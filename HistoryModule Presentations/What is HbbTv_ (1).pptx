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db929da6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db929da6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db929da68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db929da68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deb7824e39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deb7824e39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b929da68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b929da68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 the data types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Whats embedded in the signal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db929da68a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db929da68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</a:t>
            </a:r>
            <a:r>
              <a:rPr lang="en"/>
              <a:t>types</a:t>
            </a:r>
            <a:r>
              <a:rPr lang="en"/>
              <a:t> of data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holds the data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it’s going to function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db929da68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db929da68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timer synchronises from the main media stream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multimedia decoder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db929da68a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db929da68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db929da68a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db929da68a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11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HbbTv?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HbbTV is What?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  <a:p>
            <a:pPr indent="-361950" lvl="1" marL="914400" rtl="0" algn="l">
              <a:spcBef>
                <a:spcPts val="120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Hybrid Broadcast and Broadband </a:t>
            </a:r>
            <a:r>
              <a:rPr lang="en" sz="2100"/>
              <a:t>Television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Standards Body</a:t>
            </a:r>
            <a:endParaRPr sz="2100"/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SzPts val="2100"/>
              <a:buChar char="○"/>
            </a:pPr>
            <a:r>
              <a:rPr lang="en" sz="2100"/>
              <a:t>Standard Itself</a:t>
            </a:r>
            <a:endParaRPr sz="2100"/>
          </a:p>
          <a:p>
            <a:pPr indent="-361950" lvl="2" marL="1371600" rtl="0" algn="l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" sz="2100"/>
              <a:t>Rules for integration of data “streams”</a:t>
            </a:r>
            <a:endParaRPr sz="21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355">
                <a:solidFill>
                  <a:schemeClr val="dk2"/>
                </a:solidFill>
              </a:rPr>
              <a:t>Who is involved?</a:t>
            </a:r>
            <a:endParaRPr sz="3355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00" y="1152479"/>
            <a:ext cx="9144003" cy="3772794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0300" y="1152475"/>
            <a:ext cx="6546751" cy="370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Standards Inside HbbTV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48" y="1085073"/>
            <a:ext cx="2103650" cy="139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53475" y="3574738"/>
            <a:ext cx="2762250" cy="152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5">
            <a:alphaModFix/>
          </a:blip>
          <a:srcRect b="35603" l="20995" r="22459" t="31953"/>
          <a:stretch/>
        </p:blipFill>
        <p:spPr>
          <a:xfrm>
            <a:off x="311700" y="2442225"/>
            <a:ext cx="3509199" cy="113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61627" y="1348048"/>
            <a:ext cx="3818725" cy="163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505550" y="3289400"/>
            <a:ext cx="2857500" cy="1428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broadcast signal is used for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4260300" cy="3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Within the Broadcast signal there are the normal contents of the signal such as audio and video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is also extra data within the signal such as the PID (Programme ID) the broadcaster ID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Also layered within the signal there are many different flags to be used by HBBTV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01475" y="1784525"/>
            <a:ext cx="3667800" cy="22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 IP/Broadband Connection </a:t>
            </a:r>
            <a:r>
              <a:rPr lang="en"/>
              <a:t>issued for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017725"/>
            <a:ext cx="4759800" cy="36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Internet connection is used to collect many different types of data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simple webpage or gifs or lookups in databases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It is down to the broadcaster to decide what they want the HBBTV device to look for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This can be triggered by the user or automatically by the broadcast data streamed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71550" y="1714488"/>
            <a:ext cx="3667800" cy="229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Broadcast Signal and IP work together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work together both the internet and broadcast signal use a timer to sync which is started from when the broadcast starts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the box is capable it will also buffer a certain amount of the broadcast or stream so it can be more easily synced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flags mentioned earlier can be used to make the app fetch data and integrate it on the screen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be able to carry out these tasks the HBBTV box has the ability to decode multiple streams of information at once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An example is a reminder to press the red button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3442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of Javascript/ HTML/ CSS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075" y="1297974"/>
            <a:ext cx="4572001" cy="11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4125" y="1099524"/>
            <a:ext cx="3556115" cy="2266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0"/>
          <p:cNvSpPr txBox="1"/>
          <p:nvPr/>
        </p:nvSpPr>
        <p:spPr>
          <a:xfrm>
            <a:off x="717150" y="2767025"/>
            <a:ext cx="30000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Mozilla/5.0 (Linux; Tizen 2.3; SmartHub; SMART-TV; SmartTV; U; Maple2012) AppleWebKit/538.1+ (KHTML, like Gecko) TV Safari/538.1+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Samgsung Smart TV</a:t>
            </a:r>
            <a:endParaRPr b="1"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69200" y="3553675"/>
            <a:ext cx="3124466" cy="11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11700" y="4925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: How the EPG Works and uses both technologies</a:t>
            </a:r>
            <a:endParaRPr/>
          </a:p>
        </p:txBody>
      </p:sp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150" y="1392350"/>
            <a:ext cx="7045128" cy="35043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21"/>
          <p:cNvSpPr/>
          <p:nvPr/>
        </p:nvSpPr>
        <p:spPr>
          <a:xfrm>
            <a:off x="1213400" y="2703200"/>
            <a:ext cx="681000" cy="74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1"/>
          <p:cNvSpPr/>
          <p:nvPr/>
        </p:nvSpPr>
        <p:spPr>
          <a:xfrm>
            <a:off x="2889300" y="2703200"/>
            <a:ext cx="1890300" cy="74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1"/>
          <p:cNvSpPr/>
          <p:nvPr/>
        </p:nvSpPr>
        <p:spPr>
          <a:xfrm>
            <a:off x="5898500" y="2571750"/>
            <a:ext cx="1291800" cy="4947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1"/>
          <p:cNvSpPr/>
          <p:nvPr/>
        </p:nvSpPr>
        <p:spPr>
          <a:xfrm>
            <a:off x="1325350" y="1514125"/>
            <a:ext cx="1013700" cy="748200"/>
          </a:xfrm>
          <a:prstGeom prst="rect">
            <a:avLst/>
          </a:prstGeom>
          <a:noFill/>
          <a:ln cap="flat" cmpd="sng" w="152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