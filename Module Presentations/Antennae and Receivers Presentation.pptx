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Hunter" userId="745e4b31-97b0-4898-a9d9-c4b85bf3dc79" providerId="ADAL" clId="{8DE8ECB4-2931-4E4D-AA26-5FFF8E9043C0}"/>
    <pc:docChg chg="modSld">
      <pc:chgData name="Emily Hunter" userId="745e4b31-97b0-4898-a9d9-c4b85bf3dc79" providerId="ADAL" clId="{8DE8ECB4-2931-4E4D-AA26-5FFF8E9043C0}" dt="2021-06-04T14:47:49.419" v="48" actId="20577"/>
      <pc:docMkLst>
        <pc:docMk/>
      </pc:docMkLst>
      <pc:sldChg chg="modSp">
        <pc:chgData name="Emily Hunter" userId="745e4b31-97b0-4898-a9d9-c4b85bf3dc79" providerId="ADAL" clId="{8DE8ECB4-2931-4E4D-AA26-5FFF8E9043C0}" dt="2021-06-04T14:47:49.419" v="48" actId="20577"/>
        <pc:sldMkLst>
          <pc:docMk/>
          <pc:sldMk cId="2259189592" sldId="259"/>
        </pc:sldMkLst>
        <pc:spChg chg="mod">
          <ac:chgData name="Emily Hunter" userId="745e4b31-97b0-4898-a9d9-c4b85bf3dc79" providerId="ADAL" clId="{8DE8ECB4-2931-4E4D-AA26-5FFF8E9043C0}" dt="2021-06-04T14:47:39.007" v="28" actId="20577"/>
          <ac:spMkLst>
            <pc:docMk/>
            <pc:sldMk cId="2259189592" sldId="259"/>
            <ac:spMk id="2" creationId="{63C73EEB-3160-40BB-9070-014735E94DE9}"/>
          </ac:spMkLst>
        </pc:spChg>
        <pc:spChg chg="mod">
          <ac:chgData name="Emily Hunter" userId="745e4b31-97b0-4898-a9d9-c4b85bf3dc79" providerId="ADAL" clId="{8DE8ECB4-2931-4E4D-AA26-5FFF8E9043C0}" dt="2021-06-04T14:47:49.419" v="48" actId="20577"/>
          <ac:spMkLst>
            <pc:docMk/>
            <pc:sldMk cId="2259189592" sldId="259"/>
            <ac:spMk id="3" creationId="{27AA850E-7E31-4ADF-8AAD-E580B4921E6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Antennae and Receivers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 Emily Hunter and Sophia Fielding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3EEB-3160-40BB-9070-014735E9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antenna?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A850E-7E31-4ADF-8AAD-E580B492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antenna is </a:t>
            </a:r>
          </a:p>
        </p:txBody>
      </p:sp>
    </p:spTree>
    <p:extLst>
      <p:ext uri="{BB962C8B-B14F-4D97-AF65-F5344CB8AC3E}">
        <p14:creationId xmlns:p14="http://schemas.microsoft.com/office/powerpoint/2010/main" val="225918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Your best quote that reflects your approach… “It’s one small step for man, one giant leap for mankind.”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Neil Armstrong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5EF55E74538478F699685E48B5F4A" ma:contentTypeVersion="12" ma:contentTypeDescription="Create a new document." ma:contentTypeScope="" ma:versionID="11f6c665027d6f863e0361494d3604c2">
  <xsd:schema xmlns:xsd="http://www.w3.org/2001/XMLSchema" xmlns:xs="http://www.w3.org/2001/XMLSchema" xmlns:p="http://schemas.microsoft.com/office/2006/metadata/properties" xmlns:ns3="f134d9a1-16ce-45c1-af03-b90d2a2ce8b5" xmlns:ns4="a629c318-28e9-4ba9-afc9-1a547d9beada" targetNamespace="http://schemas.microsoft.com/office/2006/metadata/properties" ma:root="true" ma:fieldsID="93a47b69088bc438197f0ad1c3147d31" ns3:_="" ns4:_="">
    <xsd:import namespace="f134d9a1-16ce-45c1-af03-b90d2a2ce8b5"/>
    <xsd:import namespace="a629c318-28e9-4ba9-afc9-1a547d9bea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4d9a1-16ce-45c1-af03-b90d2a2ce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9c318-28e9-4ba9-afc9-1a547d9bead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FBD37A-294C-48DC-B750-25A06C57EC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4d9a1-16ce-45c1-af03-b90d2a2ce8b5"/>
    <ds:schemaRef ds:uri="a629c318-28e9-4ba9-afc9-1a547d9bea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A622E-F68F-47B4-B06F-89E38777C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353EA5-FDC7-4A53-87EA-644012D92DF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{C24531B4-4B41-4FE0-8155-85EE23A6F1D8}tf56160789_win32</Template>
  <TotalTime>0</TotalTime>
  <Words>42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Bookman Old Style</vt:lpstr>
      <vt:lpstr>Calibri</vt:lpstr>
      <vt:lpstr>Franklin Gothic Book</vt:lpstr>
      <vt:lpstr>1_RetrospectVTI</vt:lpstr>
      <vt:lpstr>Antennae and Receivers</vt:lpstr>
      <vt:lpstr>What is an antenna?</vt:lpstr>
      <vt:lpstr>Your best quote that reflects your approach… “It’s one small step for man, one giant leap for mankind.”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Antennae and Receivers</dc:title>
  <dc:creator>Emily Hunter</dc:creator>
  <cp:lastModifiedBy>Emily Hunter</cp:lastModifiedBy>
  <cp:revision>1</cp:revision>
  <dcterms:created xsi:type="dcterms:W3CDTF">2021-06-04T14:43:00Z</dcterms:created>
  <dcterms:modified xsi:type="dcterms:W3CDTF">2021-06-04T14:48:34Z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0x010100E855EF55E74538478F699685E48B5F4A</vt:lpwstr>
  </property>
</Properties>
</file>