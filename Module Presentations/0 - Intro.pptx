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23"/>
  </p:notesMasterIdLst>
  <p:handoutMasterIdLst>
    <p:handoutMasterId r:id="rId24"/>
  </p:handoutMasterIdLst>
  <p:sldIdLst>
    <p:sldId id="256" r:id="rId3"/>
    <p:sldId id="262" r:id="rId4"/>
    <p:sldId id="279" r:id="rId5"/>
    <p:sldId id="297" r:id="rId6"/>
    <p:sldId id="300" r:id="rId7"/>
    <p:sldId id="289" r:id="rId8"/>
    <p:sldId id="274" r:id="rId9"/>
    <p:sldId id="291" r:id="rId10"/>
    <p:sldId id="296" r:id="rId11"/>
    <p:sldId id="288" r:id="rId12"/>
    <p:sldId id="281" r:id="rId13"/>
    <p:sldId id="286" r:id="rId14"/>
    <p:sldId id="265" r:id="rId15"/>
    <p:sldId id="284" r:id="rId16"/>
    <p:sldId id="298" r:id="rId17"/>
    <p:sldId id="266" r:id="rId18"/>
    <p:sldId id="299" r:id="rId19"/>
    <p:sldId id="270" r:id="rId20"/>
    <p:sldId id="282" r:id="rId21"/>
    <p:sldId id="272" r:id="rId22"/>
  </p:sldIdLst>
  <p:sldSz cx="9144000" cy="6858000" type="screen4x3"/>
  <p:notesSz cx="6858000" cy="9144000"/>
  <p:defaultTextStyle>
    <a:defPPr>
      <a:defRPr lang="en-GB"/>
    </a:defPPr>
    <a:lvl1pPr algn="l" rtl="0" eaLnBrk="0" fontAlgn="base" hangingPunct="0">
      <a:spcBef>
        <a:spcPct val="0"/>
      </a:spcBef>
      <a:spcAft>
        <a:spcPct val="0"/>
      </a:spcAft>
      <a:defRPr sz="1600" kern="1200">
        <a:solidFill>
          <a:schemeClr val="tx1"/>
        </a:solidFill>
        <a:latin typeface="Lucida Sans Unicode" pitchFamily="34" charset="0"/>
        <a:ea typeface="+mn-ea"/>
        <a:cs typeface="+mn-cs"/>
      </a:defRPr>
    </a:lvl1pPr>
    <a:lvl2pPr marL="457200" algn="l" rtl="0" eaLnBrk="0" fontAlgn="base" hangingPunct="0">
      <a:spcBef>
        <a:spcPct val="0"/>
      </a:spcBef>
      <a:spcAft>
        <a:spcPct val="0"/>
      </a:spcAft>
      <a:defRPr sz="1600" kern="1200">
        <a:solidFill>
          <a:schemeClr val="tx1"/>
        </a:solidFill>
        <a:latin typeface="Lucida Sans Unicode" pitchFamily="34" charset="0"/>
        <a:ea typeface="+mn-ea"/>
        <a:cs typeface="+mn-cs"/>
      </a:defRPr>
    </a:lvl2pPr>
    <a:lvl3pPr marL="914400" algn="l" rtl="0" eaLnBrk="0" fontAlgn="base" hangingPunct="0">
      <a:spcBef>
        <a:spcPct val="0"/>
      </a:spcBef>
      <a:spcAft>
        <a:spcPct val="0"/>
      </a:spcAft>
      <a:defRPr sz="1600" kern="1200">
        <a:solidFill>
          <a:schemeClr val="tx1"/>
        </a:solidFill>
        <a:latin typeface="Lucida Sans Unicode"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Lucida Sans Unicode"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Lucida Sans Unicode" pitchFamily="34" charset="0"/>
        <a:ea typeface="+mn-ea"/>
        <a:cs typeface="+mn-cs"/>
      </a:defRPr>
    </a:lvl5pPr>
    <a:lvl6pPr marL="2286000" algn="l" defTabSz="914400" rtl="0" eaLnBrk="1" latinLnBrk="0" hangingPunct="1">
      <a:defRPr sz="1600" kern="1200">
        <a:solidFill>
          <a:schemeClr val="tx1"/>
        </a:solidFill>
        <a:latin typeface="Lucida Sans Unicode" pitchFamily="34" charset="0"/>
        <a:ea typeface="+mn-ea"/>
        <a:cs typeface="+mn-cs"/>
      </a:defRPr>
    </a:lvl6pPr>
    <a:lvl7pPr marL="2743200" algn="l" defTabSz="914400" rtl="0" eaLnBrk="1" latinLnBrk="0" hangingPunct="1">
      <a:defRPr sz="1600" kern="1200">
        <a:solidFill>
          <a:schemeClr val="tx1"/>
        </a:solidFill>
        <a:latin typeface="Lucida Sans Unicode" pitchFamily="34" charset="0"/>
        <a:ea typeface="+mn-ea"/>
        <a:cs typeface="+mn-cs"/>
      </a:defRPr>
    </a:lvl7pPr>
    <a:lvl8pPr marL="3200400" algn="l" defTabSz="914400" rtl="0" eaLnBrk="1" latinLnBrk="0" hangingPunct="1">
      <a:defRPr sz="1600" kern="1200">
        <a:solidFill>
          <a:schemeClr val="tx1"/>
        </a:solidFill>
        <a:latin typeface="Lucida Sans Unicode" pitchFamily="34" charset="0"/>
        <a:ea typeface="+mn-ea"/>
        <a:cs typeface="+mn-cs"/>
      </a:defRPr>
    </a:lvl8pPr>
    <a:lvl9pPr marL="3657600" algn="l" defTabSz="914400" rtl="0" eaLnBrk="1" latinLnBrk="0" hangingPunct="1">
      <a:defRPr sz="1600" kern="1200">
        <a:solidFill>
          <a:schemeClr val="tx1"/>
        </a:solidFill>
        <a:latin typeface="Lucida Sans Unicode" pitchFamily="34" charset="0"/>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249">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CC66"/>
    <a:srgbClr val="800000"/>
    <a:srgbClr val="CCECFF"/>
    <a:srgbClr val="99CCFF"/>
    <a:srgbClr val="663300"/>
    <a:srgbClr val="99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A55D1-B2D7-43D9-88EE-1B453ECA032E}" v="30" dt="2021-04-08T12:04:34.7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79" autoAdjust="0"/>
    <p:restoredTop sz="94611" autoAdjust="0"/>
  </p:normalViewPr>
  <p:slideViewPr>
    <p:cSldViewPr snapToGrid="0">
      <p:cViewPr varScale="1">
        <p:scale>
          <a:sx n="102" d="100"/>
          <a:sy n="102" d="100"/>
        </p:scale>
        <p:origin x="168" y="96"/>
      </p:cViewPr>
      <p:guideLst>
        <p:guide orient="horz" pos="232"/>
        <p:guide pos="249"/>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65" d="100"/>
          <a:sy n="65" d="100"/>
        </p:scale>
        <p:origin x="-10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Foss" userId="09ac0925-c8bb-438c-a205-6311faa2bcaf" providerId="ADAL" clId="{D04F3E43-38CA-4E15-9AF7-8F9BD985E3EF}"/>
    <pc:docChg chg="modSld">
      <pc:chgData name="Jeremy Foss" userId="09ac0925-c8bb-438c-a205-6311faa2bcaf" providerId="ADAL" clId="{D04F3E43-38CA-4E15-9AF7-8F9BD985E3EF}" dt="2019-04-14T21:24:30.281" v="33" actId="6549"/>
      <pc:docMkLst>
        <pc:docMk/>
      </pc:docMkLst>
      <pc:sldChg chg="modSp">
        <pc:chgData name="Jeremy Foss" userId="09ac0925-c8bb-438c-a205-6311faa2bcaf" providerId="ADAL" clId="{D04F3E43-38CA-4E15-9AF7-8F9BD985E3EF}" dt="2019-04-14T21:23:45.023" v="2" actId="403"/>
        <pc:sldMkLst>
          <pc:docMk/>
          <pc:sldMk cId="2079727969" sldId="262"/>
        </pc:sldMkLst>
        <pc:spChg chg="mod">
          <ac:chgData name="Jeremy Foss" userId="09ac0925-c8bb-438c-a205-6311faa2bcaf" providerId="ADAL" clId="{D04F3E43-38CA-4E15-9AF7-8F9BD985E3EF}" dt="2019-04-14T21:23:45.023" v="2" actId="403"/>
          <ac:spMkLst>
            <pc:docMk/>
            <pc:sldMk cId="2079727969" sldId="262"/>
            <ac:spMk id="2" creationId="{00000000-0000-0000-0000-000000000000}"/>
          </ac:spMkLst>
        </pc:spChg>
      </pc:sldChg>
      <pc:sldChg chg="modSp">
        <pc:chgData name="Jeremy Foss" userId="09ac0925-c8bb-438c-a205-6311faa2bcaf" providerId="ADAL" clId="{D04F3E43-38CA-4E15-9AF7-8F9BD985E3EF}" dt="2019-04-14T21:24:30.281" v="33" actId="6549"/>
        <pc:sldMkLst>
          <pc:docMk/>
          <pc:sldMk cId="294762285" sldId="279"/>
        </pc:sldMkLst>
        <pc:spChg chg="mod">
          <ac:chgData name="Jeremy Foss" userId="09ac0925-c8bb-438c-a205-6311faa2bcaf" providerId="ADAL" clId="{D04F3E43-38CA-4E15-9AF7-8F9BD985E3EF}" dt="2019-04-14T21:24:30.281" v="33" actId="6549"/>
          <ac:spMkLst>
            <pc:docMk/>
            <pc:sldMk cId="294762285" sldId="279"/>
            <ac:spMk id="2" creationId="{E85F62C0-2C8A-4201-BC4F-DDB07F26FC52}"/>
          </ac:spMkLst>
        </pc:spChg>
      </pc:sldChg>
    </pc:docChg>
  </pc:docChgLst>
  <pc:docChgLst>
    <pc:chgData name="Jeremy Foss" userId="09ac0925-c8bb-438c-a205-6311faa2bcaf" providerId="ADAL" clId="{9BCA55D1-B2D7-43D9-88EE-1B453ECA032E}"/>
    <pc:docChg chg="undo custSel addSld delSld modSld">
      <pc:chgData name="Jeremy Foss" userId="09ac0925-c8bb-438c-a205-6311faa2bcaf" providerId="ADAL" clId="{9BCA55D1-B2D7-43D9-88EE-1B453ECA032E}" dt="2021-04-19T06:55:59.912" v="251" actId="1076"/>
      <pc:docMkLst>
        <pc:docMk/>
      </pc:docMkLst>
      <pc:sldChg chg="add del">
        <pc:chgData name="Jeremy Foss" userId="09ac0925-c8bb-438c-a205-6311faa2bcaf" providerId="ADAL" clId="{9BCA55D1-B2D7-43D9-88EE-1B453ECA032E}" dt="2021-04-01T14:15:18.952" v="2"/>
        <pc:sldMkLst>
          <pc:docMk/>
          <pc:sldMk cId="2660569823" sldId="265"/>
        </pc:sldMkLst>
      </pc:sldChg>
      <pc:sldChg chg="add del">
        <pc:chgData name="Jeremy Foss" userId="09ac0925-c8bb-438c-a205-6311faa2bcaf" providerId="ADAL" clId="{9BCA55D1-B2D7-43D9-88EE-1B453ECA032E}" dt="2021-04-01T14:15:18.952" v="2"/>
        <pc:sldMkLst>
          <pc:docMk/>
          <pc:sldMk cId="3076269524" sldId="266"/>
        </pc:sldMkLst>
      </pc:sldChg>
      <pc:sldChg chg="del">
        <pc:chgData name="Jeremy Foss" userId="09ac0925-c8bb-438c-a205-6311faa2bcaf" providerId="ADAL" clId="{9BCA55D1-B2D7-43D9-88EE-1B453ECA032E}" dt="2021-04-01T14:14:59.479" v="1" actId="47"/>
        <pc:sldMkLst>
          <pc:docMk/>
          <pc:sldMk cId="2976488297" sldId="267"/>
        </pc:sldMkLst>
      </pc:sldChg>
      <pc:sldChg chg="add del">
        <pc:chgData name="Jeremy Foss" userId="09ac0925-c8bb-438c-a205-6311faa2bcaf" providerId="ADAL" clId="{9BCA55D1-B2D7-43D9-88EE-1B453ECA032E}" dt="2021-04-01T14:15:18.952" v="2"/>
        <pc:sldMkLst>
          <pc:docMk/>
          <pc:sldMk cId="2450478452" sldId="270"/>
        </pc:sldMkLst>
      </pc:sldChg>
      <pc:sldChg chg="add del">
        <pc:chgData name="Jeremy Foss" userId="09ac0925-c8bb-438c-a205-6311faa2bcaf" providerId="ADAL" clId="{9BCA55D1-B2D7-43D9-88EE-1B453ECA032E}" dt="2021-04-01T14:15:18.952" v="2"/>
        <pc:sldMkLst>
          <pc:docMk/>
          <pc:sldMk cId="1173905538" sldId="272"/>
        </pc:sldMkLst>
      </pc:sldChg>
      <pc:sldChg chg="add del">
        <pc:chgData name="Jeremy Foss" userId="09ac0925-c8bb-438c-a205-6311faa2bcaf" providerId="ADAL" clId="{9BCA55D1-B2D7-43D9-88EE-1B453ECA032E}" dt="2021-04-01T14:15:18.952" v="2"/>
        <pc:sldMkLst>
          <pc:docMk/>
          <pc:sldMk cId="3710965101" sldId="274"/>
        </pc:sldMkLst>
      </pc:sldChg>
      <pc:sldChg chg="del">
        <pc:chgData name="Jeremy Foss" userId="09ac0925-c8bb-438c-a205-6311faa2bcaf" providerId="ADAL" clId="{9BCA55D1-B2D7-43D9-88EE-1B453ECA032E}" dt="2021-04-01T14:14:59.479" v="1" actId="47"/>
        <pc:sldMkLst>
          <pc:docMk/>
          <pc:sldMk cId="2873639654" sldId="275"/>
        </pc:sldMkLst>
      </pc:sldChg>
      <pc:sldChg chg="addSp delSp modSp mod">
        <pc:chgData name="Jeremy Foss" userId="09ac0925-c8bb-438c-a205-6311faa2bcaf" providerId="ADAL" clId="{9BCA55D1-B2D7-43D9-88EE-1B453ECA032E}" dt="2021-04-08T12:04:47.137" v="244" actId="14734"/>
        <pc:sldMkLst>
          <pc:docMk/>
          <pc:sldMk cId="294762285" sldId="279"/>
        </pc:sldMkLst>
        <pc:spChg chg="mod">
          <ac:chgData name="Jeremy Foss" userId="09ac0925-c8bb-438c-a205-6311faa2bcaf" providerId="ADAL" clId="{9BCA55D1-B2D7-43D9-88EE-1B453ECA032E}" dt="2021-04-01T15:21:26.767" v="50" actId="6549"/>
          <ac:spMkLst>
            <pc:docMk/>
            <pc:sldMk cId="294762285" sldId="279"/>
            <ac:spMk id="2" creationId="{E85F62C0-2C8A-4201-BC4F-DDB07F26FC52}"/>
          </ac:spMkLst>
        </pc:spChg>
        <pc:graphicFrameChg chg="add del mod">
          <ac:chgData name="Jeremy Foss" userId="09ac0925-c8bb-438c-a205-6311faa2bcaf" providerId="ADAL" clId="{9BCA55D1-B2D7-43D9-88EE-1B453ECA032E}" dt="2021-04-01T15:21:32.128" v="54"/>
          <ac:graphicFrameMkLst>
            <pc:docMk/>
            <pc:sldMk cId="294762285" sldId="279"/>
            <ac:graphicFrameMk id="3" creationId="{39BEAC84-1DF4-4727-BD51-F87785218CDD}"/>
          </ac:graphicFrameMkLst>
        </pc:graphicFrameChg>
        <pc:graphicFrameChg chg="add mod modGraphic">
          <ac:chgData name="Jeremy Foss" userId="09ac0925-c8bb-438c-a205-6311faa2bcaf" providerId="ADAL" clId="{9BCA55D1-B2D7-43D9-88EE-1B453ECA032E}" dt="2021-04-08T12:04:47.137" v="244" actId="14734"/>
          <ac:graphicFrameMkLst>
            <pc:docMk/>
            <pc:sldMk cId="294762285" sldId="279"/>
            <ac:graphicFrameMk id="4" creationId="{945C8513-10FC-48DF-8EE5-D51AF73FCCB2}"/>
          </ac:graphicFrameMkLst>
        </pc:graphicFrameChg>
        <pc:graphicFrameChg chg="del mod">
          <ac:chgData name="Jeremy Foss" userId="09ac0925-c8bb-438c-a205-6311faa2bcaf" providerId="ADAL" clId="{9BCA55D1-B2D7-43D9-88EE-1B453ECA032E}" dt="2021-04-01T15:19:42.393" v="6" actId="478"/>
          <ac:graphicFrameMkLst>
            <pc:docMk/>
            <pc:sldMk cId="294762285" sldId="279"/>
            <ac:graphicFrameMk id="5" creationId="{F1005572-82D1-4F63-932B-941987605ABF}"/>
          </ac:graphicFrameMkLst>
        </pc:graphicFrameChg>
      </pc:sldChg>
      <pc:sldChg chg="del">
        <pc:chgData name="Jeremy Foss" userId="09ac0925-c8bb-438c-a205-6311faa2bcaf" providerId="ADAL" clId="{9BCA55D1-B2D7-43D9-88EE-1B453ECA032E}" dt="2021-04-01T15:19:27.970" v="3" actId="47"/>
        <pc:sldMkLst>
          <pc:docMk/>
          <pc:sldMk cId="343340016" sldId="280"/>
        </pc:sldMkLst>
      </pc:sldChg>
      <pc:sldChg chg="add del">
        <pc:chgData name="Jeremy Foss" userId="09ac0925-c8bb-438c-a205-6311faa2bcaf" providerId="ADAL" clId="{9BCA55D1-B2D7-43D9-88EE-1B453ECA032E}" dt="2021-04-01T14:15:18.952" v="2"/>
        <pc:sldMkLst>
          <pc:docMk/>
          <pc:sldMk cId="3942393425" sldId="281"/>
        </pc:sldMkLst>
      </pc:sldChg>
      <pc:sldChg chg="add del">
        <pc:chgData name="Jeremy Foss" userId="09ac0925-c8bb-438c-a205-6311faa2bcaf" providerId="ADAL" clId="{9BCA55D1-B2D7-43D9-88EE-1B453ECA032E}" dt="2021-04-01T14:15:18.952" v="2"/>
        <pc:sldMkLst>
          <pc:docMk/>
          <pc:sldMk cId="3031039854" sldId="282"/>
        </pc:sldMkLst>
      </pc:sldChg>
      <pc:sldChg chg="del">
        <pc:chgData name="Jeremy Foss" userId="09ac0925-c8bb-438c-a205-6311faa2bcaf" providerId="ADAL" clId="{9BCA55D1-B2D7-43D9-88EE-1B453ECA032E}" dt="2021-04-01T14:14:59.479" v="1" actId="47"/>
        <pc:sldMkLst>
          <pc:docMk/>
          <pc:sldMk cId="2522298382" sldId="283"/>
        </pc:sldMkLst>
      </pc:sldChg>
      <pc:sldChg chg="add del">
        <pc:chgData name="Jeremy Foss" userId="09ac0925-c8bb-438c-a205-6311faa2bcaf" providerId="ADAL" clId="{9BCA55D1-B2D7-43D9-88EE-1B453ECA032E}" dt="2021-04-01T14:15:18.952" v="2"/>
        <pc:sldMkLst>
          <pc:docMk/>
          <pc:sldMk cId="3265919681" sldId="284"/>
        </pc:sldMkLst>
      </pc:sldChg>
      <pc:sldChg chg="add del">
        <pc:chgData name="Jeremy Foss" userId="09ac0925-c8bb-438c-a205-6311faa2bcaf" providerId="ADAL" clId="{9BCA55D1-B2D7-43D9-88EE-1B453ECA032E}" dt="2021-04-01T14:15:18.952" v="2"/>
        <pc:sldMkLst>
          <pc:docMk/>
          <pc:sldMk cId="3937408171" sldId="286"/>
        </pc:sldMkLst>
      </pc:sldChg>
      <pc:sldChg chg="del">
        <pc:chgData name="Jeremy Foss" userId="09ac0925-c8bb-438c-a205-6311faa2bcaf" providerId="ADAL" clId="{9BCA55D1-B2D7-43D9-88EE-1B453ECA032E}" dt="2021-04-01T14:14:59.479" v="1" actId="47"/>
        <pc:sldMkLst>
          <pc:docMk/>
          <pc:sldMk cId="3511879738" sldId="287"/>
        </pc:sldMkLst>
      </pc:sldChg>
      <pc:sldChg chg="add del">
        <pc:chgData name="Jeremy Foss" userId="09ac0925-c8bb-438c-a205-6311faa2bcaf" providerId="ADAL" clId="{9BCA55D1-B2D7-43D9-88EE-1B453ECA032E}" dt="2021-04-01T14:15:18.952" v="2"/>
        <pc:sldMkLst>
          <pc:docMk/>
          <pc:sldMk cId="3762947129" sldId="288"/>
        </pc:sldMkLst>
      </pc:sldChg>
      <pc:sldChg chg="add del">
        <pc:chgData name="Jeremy Foss" userId="09ac0925-c8bb-438c-a205-6311faa2bcaf" providerId="ADAL" clId="{9BCA55D1-B2D7-43D9-88EE-1B453ECA032E}" dt="2021-04-01T14:15:18.952" v="2"/>
        <pc:sldMkLst>
          <pc:docMk/>
          <pc:sldMk cId="3858838090" sldId="291"/>
        </pc:sldMkLst>
      </pc:sldChg>
      <pc:sldChg chg="delSp modSp del mod">
        <pc:chgData name="Jeremy Foss" userId="09ac0925-c8bb-438c-a205-6311faa2bcaf" providerId="ADAL" clId="{9BCA55D1-B2D7-43D9-88EE-1B453ECA032E}" dt="2021-04-03T16:37:04.751" v="144" actId="2696"/>
        <pc:sldMkLst>
          <pc:docMk/>
          <pc:sldMk cId="3178094289" sldId="293"/>
        </pc:sldMkLst>
        <pc:spChg chg="del mod">
          <ac:chgData name="Jeremy Foss" userId="09ac0925-c8bb-438c-a205-6311faa2bcaf" providerId="ADAL" clId="{9BCA55D1-B2D7-43D9-88EE-1B453ECA032E}" dt="2021-04-01T15:23:33.565" v="79" actId="478"/>
          <ac:spMkLst>
            <pc:docMk/>
            <pc:sldMk cId="3178094289" sldId="293"/>
            <ac:spMk id="3" creationId="{4B1C50EB-E9AF-46FC-AF7C-B3F12463A0AF}"/>
          </ac:spMkLst>
        </pc:spChg>
      </pc:sldChg>
      <pc:sldChg chg="del">
        <pc:chgData name="Jeremy Foss" userId="09ac0925-c8bb-438c-a205-6311faa2bcaf" providerId="ADAL" clId="{9BCA55D1-B2D7-43D9-88EE-1B453ECA032E}" dt="2021-04-01T14:14:59.479" v="1" actId="47"/>
        <pc:sldMkLst>
          <pc:docMk/>
          <pc:sldMk cId="1882086949" sldId="294"/>
        </pc:sldMkLst>
      </pc:sldChg>
      <pc:sldChg chg="del">
        <pc:chgData name="Jeremy Foss" userId="09ac0925-c8bb-438c-a205-6311faa2bcaf" providerId="ADAL" clId="{9BCA55D1-B2D7-43D9-88EE-1B453ECA032E}" dt="2021-04-01T14:14:59.479" v="1" actId="47"/>
        <pc:sldMkLst>
          <pc:docMk/>
          <pc:sldMk cId="73302430" sldId="295"/>
        </pc:sldMkLst>
      </pc:sldChg>
      <pc:sldChg chg="del">
        <pc:chgData name="Jeremy Foss" userId="09ac0925-c8bb-438c-a205-6311faa2bcaf" providerId="ADAL" clId="{9BCA55D1-B2D7-43D9-88EE-1B453ECA032E}" dt="2021-04-01T14:14:59.479" v="1" actId="47"/>
        <pc:sldMkLst>
          <pc:docMk/>
          <pc:sldMk cId="413171919" sldId="296"/>
        </pc:sldMkLst>
      </pc:sldChg>
      <pc:sldChg chg="addSp delSp modSp add mod">
        <pc:chgData name="Jeremy Foss" userId="09ac0925-c8bb-438c-a205-6311faa2bcaf" providerId="ADAL" clId="{9BCA55D1-B2D7-43D9-88EE-1B453ECA032E}" dt="2021-04-19T06:55:59.912" v="251" actId="1076"/>
        <pc:sldMkLst>
          <pc:docMk/>
          <pc:sldMk cId="1037820133" sldId="296"/>
        </pc:sldMkLst>
        <pc:picChg chg="del">
          <ac:chgData name="Jeremy Foss" userId="09ac0925-c8bb-438c-a205-6311faa2bcaf" providerId="ADAL" clId="{9BCA55D1-B2D7-43D9-88EE-1B453ECA032E}" dt="2021-04-19T06:55:47.415" v="245" actId="478"/>
          <ac:picMkLst>
            <pc:docMk/>
            <pc:sldMk cId="1037820133" sldId="296"/>
            <ac:picMk id="2" creationId="{4671ECD8-BA89-4159-83EB-676165BBEBDD}"/>
          </ac:picMkLst>
        </pc:picChg>
        <pc:picChg chg="add mod">
          <ac:chgData name="Jeremy Foss" userId="09ac0925-c8bb-438c-a205-6311faa2bcaf" providerId="ADAL" clId="{9BCA55D1-B2D7-43D9-88EE-1B453ECA032E}" dt="2021-04-19T06:55:59.912" v="251" actId="1076"/>
          <ac:picMkLst>
            <pc:docMk/>
            <pc:sldMk cId="1037820133" sldId="296"/>
            <ac:picMk id="7" creationId="{CE69F487-4FDD-40A0-A653-A000FBF93FE4}"/>
          </ac:picMkLst>
        </pc:picChg>
      </pc:sldChg>
      <pc:sldChg chg="addSp delSp modSp mod">
        <pc:chgData name="Jeremy Foss" userId="09ac0925-c8bb-438c-a205-6311faa2bcaf" providerId="ADAL" clId="{9BCA55D1-B2D7-43D9-88EE-1B453ECA032E}" dt="2021-04-01T15:24:23.537" v="88" actId="14100"/>
        <pc:sldMkLst>
          <pc:docMk/>
          <pc:sldMk cId="2112051477" sldId="297"/>
        </pc:sldMkLst>
        <pc:spChg chg="del">
          <ac:chgData name="Jeremy Foss" userId="09ac0925-c8bb-438c-a205-6311faa2bcaf" providerId="ADAL" clId="{9BCA55D1-B2D7-43D9-88EE-1B453ECA032E}" dt="2021-04-01T15:23:36.526" v="80" actId="478"/>
          <ac:spMkLst>
            <pc:docMk/>
            <pc:sldMk cId="2112051477" sldId="297"/>
            <ac:spMk id="2" creationId="{5186325A-8C03-4FC9-B05B-AC668F98F192}"/>
          </ac:spMkLst>
        </pc:spChg>
        <pc:spChg chg="add mod">
          <ac:chgData name="Jeremy Foss" userId="09ac0925-c8bb-438c-a205-6311faa2bcaf" providerId="ADAL" clId="{9BCA55D1-B2D7-43D9-88EE-1B453ECA032E}" dt="2021-04-01T15:24:23.537" v="88" actId="14100"/>
          <ac:spMkLst>
            <pc:docMk/>
            <pc:sldMk cId="2112051477" sldId="297"/>
            <ac:spMk id="7" creationId="{4B2705B9-4F5E-4FAE-BF15-5EA5B56BDD56}"/>
          </ac:spMkLst>
        </pc:spChg>
        <pc:graphicFrameChg chg="add del mod">
          <ac:chgData name="Jeremy Foss" userId="09ac0925-c8bb-438c-a205-6311faa2bcaf" providerId="ADAL" clId="{9BCA55D1-B2D7-43D9-88EE-1B453ECA032E}" dt="2021-04-01T15:24:06.245" v="82"/>
          <ac:graphicFrameMkLst>
            <pc:docMk/>
            <pc:sldMk cId="2112051477" sldId="297"/>
            <ac:graphicFrameMk id="4" creationId="{12E13960-52A4-461A-B632-07A7D4F97956}"/>
          </ac:graphicFrameMkLst>
        </pc:graphicFrameChg>
        <pc:graphicFrameChg chg="add mod modGraphic">
          <ac:chgData name="Jeremy Foss" userId="09ac0925-c8bb-438c-a205-6311faa2bcaf" providerId="ADAL" clId="{9BCA55D1-B2D7-43D9-88EE-1B453ECA032E}" dt="2021-04-01T15:24:12.448" v="85" actId="14100"/>
          <ac:graphicFrameMkLst>
            <pc:docMk/>
            <pc:sldMk cId="2112051477" sldId="297"/>
            <ac:graphicFrameMk id="5" creationId="{AE2E5C20-8A8C-47D1-ACA3-D2F2C5883623}"/>
          </ac:graphicFrameMkLst>
        </pc:graphicFrameChg>
      </pc:sldChg>
      <pc:sldChg chg="add">
        <pc:chgData name="Jeremy Foss" userId="09ac0925-c8bb-438c-a205-6311faa2bcaf" providerId="ADAL" clId="{9BCA55D1-B2D7-43D9-88EE-1B453ECA032E}" dt="2021-04-01T14:15:18.952" v="2"/>
        <pc:sldMkLst>
          <pc:docMk/>
          <pc:sldMk cId="1882086949" sldId="298"/>
        </pc:sldMkLst>
      </pc:sldChg>
      <pc:sldChg chg="add">
        <pc:chgData name="Jeremy Foss" userId="09ac0925-c8bb-438c-a205-6311faa2bcaf" providerId="ADAL" clId="{9BCA55D1-B2D7-43D9-88EE-1B453ECA032E}" dt="2021-04-01T14:15:18.952" v="2"/>
        <pc:sldMkLst>
          <pc:docMk/>
          <pc:sldMk cId="73302430" sldId="299"/>
        </pc:sldMkLst>
      </pc:sldChg>
      <pc:sldChg chg="addSp delSp modSp new mod">
        <pc:chgData name="Jeremy Foss" userId="09ac0925-c8bb-438c-a205-6311faa2bcaf" providerId="ADAL" clId="{9BCA55D1-B2D7-43D9-88EE-1B453ECA032E}" dt="2021-04-01T15:25:50.149" v="106" actId="14100"/>
        <pc:sldMkLst>
          <pc:docMk/>
          <pc:sldMk cId="2358432937" sldId="300"/>
        </pc:sldMkLst>
        <pc:spChg chg="add mod">
          <ac:chgData name="Jeremy Foss" userId="09ac0925-c8bb-438c-a205-6311faa2bcaf" providerId="ADAL" clId="{9BCA55D1-B2D7-43D9-88EE-1B453ECA032E}" dt="2021-04-01T15:25:34.508" v="103"/>
          <ac:spMkLst>
            <pc:docMk/>
            <pc:sldMk cId="2358432937" sldId="300"/>
            <ac:spMk id="4" creationId="{F2569FFD-D99A-4210-A720-6AFDC91629D5}"/>
          </ac:spMkLst>
        </pc:spChg>
        <pc:graphicFrameChg chg="add del mod">
          <ac:chgData name="Jeremy Foss" userId="09ac0925-c8bb-438c-a205-6311faa2bcaf" providerId="ADAL" clId="{9BCA55D1-B2D7-43D9-88EE-1B453ECA032E}" dt="2021-04-01T15:25:05.103" v="91"/>
          <ac:graphicFrameMkLst>
            <pc:docMk/>
            <pc:sldMk cId="2358432937" sldId="300"/>
            <ac:graphicFrameMk id="2" creationId="{FF0D7620-5D67-41D9-AE50-C44ED4E53FBA}"/>
          </ac:graphicFrameMkLst>
        </pc:graphicFrameChg>
        <pc:graphicFrameChg chg="add mod modGraphic">
          <ac:chgData name="Jeremy Foss" userId="09ac0925-c8bb-438c-a205-6311faa2bcaf" providerId="ADAL" clId="{9BCA55D1-B2D7-43D9-88EE-1B453ECA032E}" dt="2021-04-01T15:25:50.149" v="106" actId="14100"/>
          <ac:graphicFrameMkLst>
            <pc:docMk/>
            <pc:sldMk cId="2358432937" sldId="300"/>
            <ac:graphicFrameMk id="3" creationId="{F29C07F6-B88C-471B-9502-EDFDDF4F2E98}"/>
          </ac:graphicFrameMkLst>
        </pc:graphicFrameChg>
      </pc:sldChg>
    </pc:docChg>
  </pc:docChgLst>
  <pc:docChgLst>
    <pc:chgData name="Jeremy Foss" userId="09ac0925-c8bb-438c-a205-6311faa2bcaf" providerId="ADAL" clId="{F56DEC28-2D43-4113-B0F7-331FBCC6A9A6}"/>
    <pc:docChg chg="custSel addSld modSld">
      <pc:chgData name="Jeremy Foss" userId="09ac0925-c8bb-438c-a205-6311faa2bcaf" providerId="ADAL" clId="{F56DEC28-2D43-4113-B0F7-331FBCC6A9A6}" dt="2019-04-14T12:38:55.952" v="32" actId="20577"/>
      <pc:docMkLst>
        <pc:docMk/>
      </pc:docMkLst>
      <pc:sldChg chg="delSp modSp">
        <pc:chgData name="Jeremy Foss" userId="09ac0925-c8bb-438c-a205-6311faa2bcaf" providerId="ADAL" clId="{F56DEC28-2D43-4113-B0F7-331FBCC6A9A6}" dt="2019-04-14T12:38:55.952" v="32" actId="20577"/>
        <pc:sldMkLst>
          <pc:docMk/>
          <pc:sldMk cId="0" sldId="256"/>
        </pc:sldMkLst>
        <pc:spChg chg="del">
          <ac:chgData name="Jeremy Foss" userId="09ac0925-c8bb-438c-a205-6311faa2bcaf" providerId="ADAL" clId="{F56DEC28-2D43-4113-B0F7-331FBCC6A9A6}" dt="2019-04-13T22:07:29.484" v="0" actId="478"/>
          <ac:spMkLst>
            <pc:docMk/>
            <pc:sldMk cId="0" sldId="256"/>
            <ac:spMk id="4" creationId="{00000000-0000-0000-0000-000000000000}"/>
          </ac:spMkLst>
        </pc:spChg>
        <pc:spChg chg="mod">
          <ac:chgData name="Jeremy Foss" userId="09ac0925-c8bb-438c-a205-6311faa2bcaf" providerId="ADAL" clId="{F56DEC28-2D43-4113-B0F7-331FBCC6A9A6}" dt="2019-04-14T12:38:55.952" v="32" actId="20577"/>
          <ac:spMkLst>
            <pc:docMk/>
            <pc:sldMk cId="0" sldId="256"/>
            <ac:spMk id="6147" creationId="{00000000-0000-0000-0000-000000000000}"/>
          </ac:spMkLst>
        </pc:spChg>
      </pc:sldChg>
      <pc:sldChg chg="addSp modSp add">
        <pc:chgData name="Jeremy Foss" userId="09ac0925-c8bb-438c-a205-6311faa2bcaf" providerId="ADAL" clId="{F56DEC28-2D43-4113-B0F7-331FBCC6A9A6}" dt="2019-04-13T22:07:49.719" v="4" actId="1076"/>
        <pc:sldMkLst>
          <pc:docMk/>
          <pc:sldMk cId="343340016" sldId="280"/>
        </pc:sldMkLst>
        <pc:picChg chg="add mod">
          <ac:chgData name="Jeremy Foss" userId="09ac0925-c8bb-438c-a205-6311faa2bcaf" providerId="ADAL" clId="{F56DEC28-2D43-4113-B0F7-331FBCC6A9A6}" dt="2019-04-13T22:07:49.719" v="4" actId="1076"/>
          <ac:picMkLst>
            <pc:docMk/>
            <pc:sldMk cId="343340016" sldId="280"/>
            <ac:picMk id="3" creationId="{DEAEFDE0-BADA-4DBF-8ADF-D5D6D1DCE84C}"/>
          </ac:picMkLst>
        </pc:picChg>
      </pc:sldChg>
    </pc:docChg>
  </pc:docChgLst>
  <pc:docChgLst>
    <pc:chgData name="Jeremy" userId="09ac0925-c8bb-438c-a205-6311faa2bcaf" providerId="ADAL" clId="{07DD6953-E45F-49B3-BD80-9FD29785097B}"/>
    <pc:docChg chg="undo custSel addSld delSld modSld">
      <pc:chgData name="Jeremy" userId="09ac0925-c8bb-438c-a205-6311faa2bcaf" providerId="ADAL" clId="{07DD6953-E45F-49B3-BD80-9FD29785097B}" dt="2020-04-24T12:31:18.712" v="532" actId="6549"/>
      <pc:docMkLst>
        <pc:docMk/>
      </pc:docMkLst>
      <pc:sldChg chg="modSp add del mod">
        <pc:chgData name="Jeremy" userId="09ac0925-c8bb-438c-a205-6311faa2bcaf" providerId="ADAL" clId="{07DD6953-E45F-49B3-BD80-9FD29785097B}" dt="2020-04-20T16:47:17.499" v="516" actId="2696"/>
        <pc:sldMkLst>
          <pc:docMk/>
          <pc:sldMk cId="3675753909" sldId="264"/>
        </pc:sldMkLst>
        <pc:spChg chg="mod">
          <ac:chgData name="Jeremy" userId="09ac0925-c8bb-438c-a205-6311faa2bcaf" providerId="ADAL" clId="{07DD6953-E45F-49B3-BD80-9FD29785097B}" dt="2020-04-08T16:21:16.747" v="46" actId="6549"/>
          <ac:spMkLst>
            <pc:docMk/>
            <pc:sldMk cId="3675753909" sldId="264"/>
            <ac:spMk id="9" creationId="{00000000-0000-0000-0000-000000000000}"/>
          </ac:spMkLst>
        </pc:spChg>
      </pc:sldChg>
      <pc:sldChg chg="modSp add del mod">
        <pc:chgData name="Jeremy" userId="09ac0925-c8bb-438c-a205-6311faa2bcaf" providerId="ADAL" clId="{07DD6953-E45F-49B3-BD80-9FD29785097B}" dt="2020-04-08T16:23:52.460" v="53"/>
        <pc:sldMkLst>
          <pc:docMk/>
          <pc:sldMk cId="2660569823" sldId="265"/>
        </pc:sldMkLst>
        <pc:spChg chg="mod">
          <ac:chgData name="Jeremy" userId="09ac0925-c8bb-438c-a205-6311faa2bcaf" providerId="ADAL" clId="{07DD6953-E45F-49B3-BD80-9FD29785097B}" dt="2020-04-08T16:17:53.378" v="45" actId="20577"/>
          <ac:spMkLst>
            <pc:docMk/>
            <pc:sldMk cId="2660569823" sldId="265"/>
            <ac:spMk id="5" creationId="{00000000-0000-0000-0000-000000000000}"/>
          </ac:spMkLst>
        </pc:spChg>
      </pc:sldChg>
      <pc:sldChg chg="modSp add del mod">
        <pc:chgData name="Jeremy" userId="09ac0925-c8bb-438c-a205-6311faa2bcaf" providerId="ADAL" clId="{07DD6953-E45F-49B3-BD80-9FD29785097B}" dt="2020-04-08T16:23:52.460" v="53"/>
        <pc:sldMkLst>
          <pc:docMk/>
          <pc:sldMk cId="3076269524" sldId="266"/>
        </pc:sldMkLst>
        <pc:spChg chg="mod">
          <ac:chgData name="Jeremy" userId="09ac0925-c8bb-438c-a205-6311faa2bcaf" providerId="ADAL" clId="{07DD6953-E45F-49B3-BD80-9FD29785097B}" dt="2020-04-08T16:21:26.521" v="51" actId="6549"/>
          <ac:spMkLst>
            <pc:docMk/>
            <pc:sldMk cId="3076269524" sldId="266"/>
            <ac:spMk id="8" creationId="{00000000-0000-0000-0000-000000000000}"/>
          </ac:spMkLst>
        </pc:spChg>
      </pc:sldChg>
      <pc:sldChg chg="add del">
        <pc:chgData name="Jeremy" userId="09ac0925-c8bb-438c-a205-6311faa2bcaf" providerId="ADAL" clId="{07DD6953-E45F-49B3-BD80-9FD29785097B}" dt="2020-04-08T16:23:52.460" v="53"/>
        <pc:sldMkLst>
          <pc:docMk/>
          <pc:sldMk cId="2976488297" sldId="267"/>
        </pc:sldMkLst>
      </pc:sldChg>
      <pc:sldChg chg="del">
        <pc:chgData name="Jeremy" userId="09ac0925-c8bb-438c-a205-6311faa2bcaf" providerId="ADAL" clId="{07DD6953-E45F-49B3-BD80-9FD29785097B}" dt="2020-04-08T16:23:37.978" v="52" actId="47"/>
        <pc:sldMkLst>
          <pc:docMk/>
          <pc:sldMk cId="2745113670" sldId="268"/>
        </pc:sldMkLst>
      </pc:sldChg>
      <pc:sldChg chg="del">
        <pc:chgData name="Jeremy" userId="09ac0925-c8bb-438c-a205-6311faa2bcaf" providerId="ADAL" clId="{07DD6953-E45F-49B3-BD80-9FD29785097B}" dt="2020-04-08T16:23:37.978" v="52" actId="47"/>
        <pc:sldMkLst>
          <pc:docMk/>
          <pc:sldMk cId="918511968" sldId="269"/>
        </pc:sldMkLst>
      </pc:sldChg>
      <pc:sldChg chg="add del">
        <pc:chgData name="Jeremy" userId="09ac0925-c8bb-438c-a205-6311faa2bcaf" providerId="ADAL" clId="{07DD6953-E45F-49B3-BD80-9FD29785097B}" dt="2020-04-08T16:23:52.460" v="53"/>
        <pc:sldMkLst>
          <pc:docMk/>
          <pc:sldMk cId="2450478452" sldId="270"/>
        </pc:sldMkLst>
      </pc:sldChg>
      <pc:sldChg chg="add del">
        <pc:chgData name="Jeremy" userId="09ac0925-c8bb-438c-a205-6311faa2bcaf" providerId="ADAL" clId="{07DD6953-E45F-49B3-BD80-9FD29785097B}" dt="2020-04-08T16:23:52.460" v="53"/>
        <pc:sldMkLst>
          <pc:docMk/>
          <pc:sldMk cId="1173905538" sldId="272"/>
        </pc:sldMkLst>
      </pc:sldChg>
      <pc:sldChg chg="del">
        <pc:chgData name="Jeremy" userId="09ac0925-c8bb-438c-a205-6311faa2bcaf" providerId="ADAL" clId="{07DD6953-E45F-49B3-BD80-9FD29785097B}" dt="2020-04-08T16:23:37.978" v="52" actId="47"/>
        <pc:sldMkLst>
          <pc:docMk/>
          <pc:sldMk cId="220103787" sldId="273"/>
        </pc:sldMkLst>
      </pc:sldChg>
      <pc:sldChg chg="add del">
        <pc:chgData name="Jeremy" userId="09ac0925-c8bb-438c-a205-6311faa2bcaf" providerId="ADAL" clId="{07DD6953-E45F-49B3-BD80-9FD29785097B}" dt="2020-04-08T16:23:52.460" v="53"/>
        <pc:sldMkLst>
          <pc:docMk/>
          <pc:sldMk cId="3710965101" sldId="274"/>
        </pc:sldMkLst>
      </pc:sldChg>
      <pc:sldChg chg="add del">
        <pc:chgData name="Jeremy" userId="09ac0925-c8bb-438c-a205-6311faa2bcaf" providerId="ADAL" clId="{07DD6953-E45F-49B3-BD80-9FD29785097B}" dt="2020-04-08T16:23:52.460" v="53"/>
        <pc:sldMkLst>
          <pc:docMk/>
          <pc:sldMk cId="2873639654" sldId="275"/>
        </pc:sldMkLst>
      </pc:sldChg>
      <pc:sldChg chg="del">
        <pc:chgData name="Jeremy" userId="09ac0925-c8bb-438c-a205-6311faa2bcaf" providerId="ADAL" clId="{07DD6953-E45F-49B3-BD80-9FD29785097B}" dt="2020-04-08T16:23:37.978" v="52" actId="47"/>
        <pc:sldMkLst>
          <pc:docMk/>
          <pc:sldMk cId="806639950" sldId="276"/>
        </pc:sldMkLst>
      </pc:sldChg>
      <pc:sldChg chg="addSp delSp modSp del mod">
        <pc:chgData name="Jeremy" userId="09ac0925-c8bb-438c-a205-6311faa2bcaf" providerId="ADAL" clId="{07DD6953-E45F-49B3-BD80-9FD29785097B}" dt="2020-04-24T12:30:59.120" v="517" actId="47"/>
        <pc:sldMkLst>
          <pc:docMk/>
          <pc:sldMk cId="2605075948" sldId="278"/>
        </pc:sldMkLst>
        <pc:spChg chg="mod">
          <ac:chgData name="Jeremy" userId="09ac0925-c8bb-438c-a205-6311faa2bcaf" providerId="ADAL" clId="{07DD6953-E45F-49B3-BD80-9FD29785097B}" dt="2020-04-09T09:56:44.112" v="495" actId="6549"/>
          <ac:spMkLst>
            <pc:docMk/>
            <pc:sldMk cId="2605075948" sldId="278"/>
            <ac:spMk id="2" creationId="{6B193D2F-9F90-449B-AE92-06A7ADC63BE3}"/>
          </ac:spMkLst>
        </pc:spChg>
        <pc:spChg chg="mod">
          <ac:chgData name="Jeremy" userId="09ac0925-c8bb-438c-a205-6311faa2bcaf" providerId="ADAL" clId="{07DD6953-E45F-49B3-BD80-9FD29785097B}" dt="2020-04-09T09:54:49.613" v="494" actId="20577"/>
          <ac:spMkLst>
            <pc:docMk/>
            <pc:sldMk cId="2605075948" sldId="278"/>
            <ac:spMk id="3" creationId="{5943F1C4-9200-4483-A880-2A829399DD01}"/>
          </ac:spMkLst>
        </pc:spChg>
        <pc:spChg chg="mod">
          <ac:chgData name="Jeremy" userId="09ac0925-c8bb-438c-a205-6311faa2bcaf" providerId="ADAL" clId="{07DD6953-E45F-49B3-BD80-9FD29785097B}" dt="2020-04-09T09:56:58.494" v="515" actId="113"/>
          <ac:spMkLst>
            <pc:docMk/>
            <pc:sldMk cId="2605075948" sldId="278"/>
            <ac:spMk id="4" creationId="{C98E44B8-F0C8-4447-B29E-D1931810A974}"/>
          </ac:spMkLst>
        </pc:spChg>
        <pc:spChg chg="add del">
          <ac:chgData name="Jeremy" userId="09ac0925-c8bb-438c-a205-6311faa2bcaf" providerId="ADAL" clId="{07DD6953-E45F-49B3-BD80-9FD29785097B}" dt="2020-04-09T09:47:33.864" v="474"/>
          <ac:spMkLst>
            <pc:docMk/>
            <pc:sldMk cId="2605075948" sldId="278"/>
            <ac:spMk id="5" creationId="{E3E78982-0EF0-46DE-8C51-F228A9CE02B0}"/>
          </ac:spMkLst>
        </pc:spChg>
        <pc:picChg chg="add del">
          <ac:chgData name="Jeremy" userId="09ac0925-c8bb-438c-a205-6311faa2bcaf" providerId="ADAL" clId="{07DD6953-E45F-49B3-BD80-9FD29785097B}" dt="2020-04-09T09:47:33.864" v="474"/>
          <ac:picMkLst>
            <pc:docMk/>
            <pc:sldMk cId="2605075948" sldId="278"/>
            <ac:picMk id="2050" creationId="{7C6E6988-ACCF-4F28-B17A-843430ED025A}"/>
          </ac:picMkLst>
        </pc:picChg>
      </pc:sldChg>
      <pc:sldChg chg="addSp delSp modSp mod">
        <pc:chgData name="Jeremy" userId="09ac0925-c8bb-438c-a205-6311faa2bcaf" providerId="ADAL" clId="{07DD6953-E45F-49B3-BD80-9FD29785097B}" dt="2020-04-09T09:39:25.700" v="448" actId="1076"/>
        <pc:sldMkLst>
          <pc:docMk/>
          <pc:sldMk cId="294762285" sldId="279"/>
        </pc:sldMkLst>
        <pc:spChg chg="mod">
          <ac:chgData name="Jeremy" userId="09ac0925-c8bb-438c-a205-6311faa2bcaf" providerId="ADAL" clId="{07DD6953-E45F-49B3-BD80-9FD29785097B}" dt="2020-04-08T16:16:47.891" v="38" actId="6549"/>
          <ac:spMkLst>
            <pc:docMk/>
            <pc:sldMk cId="294762285" sldId="279"/>
            <ac:spMk id="2" creationId="{E85F62C0-2C8A-4201-BC4F-DDB07F26FC52}"/>
          </ac:spMkLst>
        </pc:spChg>
        <pc:graphicFrameChg chg="add del mod">
          <ac:chgData name="Jeremy" userId="09ac0925-c8bb-438c-a205-6311faa2bcaf" providerId="ADAL" clId="{07DD6953-E45F-49B3-BD80-9FD29785097B}" dt="2020-04-08T08:59:20.888" v="7"/>
          <ac:graphicFrameMkLst>
            <pc:docMk/>
            <pc:sldMk cId="294762285" sldId="279"/>
            <ac:graphicFrameMk id="3" creationId="{A1E91D81-E4AE-4FDA-BC23-DB6D96CDB39B}"/>
          </ac:graphicFrameMkLst>
        </pc:graphicFrameChg>
        <pc:graphicFrameChg chg="add del mod">
          <ac:chgData name="Jeremy" userId="09ac0925-c8bb-438c-a205-6311faa2bcaf" providerId="ADAL" clId="{07DD6953-E45F-49B3-BD80-9FD29785097B}" dt="2020-04-08T16:16:54.289" v="40" actId="478"/>
          <ac:graphicFrameMkLst>
            <pc:docMk/>
            <pc:sldMk cId="294762285" sldId="279"/>
            <ac:graphicFrameMk id="4" creationId="{55FCD033-3345-4009-AB55-1C820D86496E}"/>
          </ac:graphicFrameMkLst>
        </pc:graphicFrameChg>
        <pc:graphicFrameChg chg="add mod">
          <ac:chgData name="Jeremy" userId="09ac0925-c8bb-438c-a205-6311faa2bcaf" providerId="ADAL" clId="{07DD6953-E45F-49B3-BD80-9FD29785097B}" dt="2020-04-09T09:39:25.700" v="448" actId="1076"/>
          <ac:graphicFrameMkLst>
            <pc:docMk/>
            <pc:sldMk cId="294762285" sldId="279"/>
            <ac:graphicFrameMk id="5" creationId="{F1005572-82D1-4F63-932B-941987605ABF}"/>
          </ac:graphicFrameMkLst>
        </pc:graphicFrameChg>
      </pc:sldChg>
      <pc:sldChg chg="addSp delSp modSp mod">
        <pc:chgData name="Jeremy" userId="09ac0925-c8bb-438c-a205-6311faa2bcaf" providerId="ADAL" clId="{07DD6953-E45F-49B3-BD80-9FD29785097B}" dt="2020-04-09T09:38:17.754" v="445" actId="1076"/>
        <pc:sldMkLst>
          <pc:docMk/>
          <pc:sldMk cId="343340016" sldId="280"/>
        </pc:sldMkLst>
        <pc:spChg chg="add mod">
          <ac:chgData name="Jeremy" userId="09ac0925-c8bb-438c-a205-6311faa2bcaf" providerId="ADAL" clId="{07DD6953-E45F-49B3-BD80-9FD29785097B}" dt="2020-04-09T08:50:53.121" v="160" actId="1076"/>
          <ac:spMkLst>
            <pc:docMk/>
            <pc:sldMk cId="343340016" sldId="280"/>
            <ac:spMk id="7" creationId="{14262BE1-E232-4CA7-8193-A2AA04D1B8CB}"/>
          </ac:spMkLst>
        </pc:spChg>
        <pc:spChg chg="add mod">
          <ac:chgData name="Jeremy" userId="09ac0925-c8bb-438c-a205-6311faa2bcaf" providerId="ADAL" clId="{07DD6953-E45F-49B3-BD80-9FD29785097B}" dt="2020-04-09T08:40:59.121" v="151" actId="1076"/>
          <ac:spMkLst>
            <pc:docMk/>
            <pc:sldMk cId="343340016" sldId="280"/>
            <ac:spMk id="8" creationId="{9D265E53-F4B2-4558-B6F2-A0040FA4B2D7}"/>
          </ac:spMkLst>
        </pc:spChg>
        <pc:spChg chg="add mod">
          <ac:chgData name="Jeremy" userId="09ac0925-c8bb-438c-a205-6311faa2bcaf" providerId="ADAL" clId="{07DD6953-E45F-49B3-BD80-9FD29785097B}" dt="2020-04-09T09:38:09.106" v="443" actId="1076"/>
          <ac:spMkLst>
            <pc:docMk/>
            <pc:sldMk cId="343340016" sldId="280"/>
            <ac:spMk id="9" creationId="{EBC14E87-BDE2-4B92-81CA-007514B00D70}"/>
          </ac:spMkLst>
        </pc:spChg>
        <pc:picChg chg="del">
          <ac:chgData name="Jeremy" userId="09ac0925-c8bb-438c-a205-6311faa2bcaf" providerId="ADAL" clId="{07DD6953-E45F-49B3-BD80-9FD29785097B}" dt="2020-04-09T08:38:03.771" v="96" actId="478"/>
          <ac:picMkLst>
            <pc:docMk/>
            <pc:sldMk cId="343340016" sldId="280"/>
            <ac:picMk id="3" creationId="{DEAEFDE0-BADA-4DBF-8ADF-D5D6D1DCE84C}"/>
          </ac:picMkLst>
        </pc:picChg>
        <pc:picChg chg="add del mod">
          <ac:chgData name="Jeremy" userId="09ac0925-c8bb-438c-a205-6311faa2bcaf" providerId="ADAL" clId="{07DD6953-E45F-49B3-BD80-9FD29785097B}" dt="2020-04-09T08:38:12.682" v="101" actId="478"/>
          <ac:picMkLst>
            <pc:docMk/>
            <pc:sldMk cId="343340016" sldId="280"/>
            <ac:picMk id="4" creationId="{D9D78CD4-543F-4B96-A194-8041E77EC542}"/>
          </ac:picMkLst>
        </pc:picChg>
        <pc:picChg chg="add del mod">
          <ac:chgData name="Jeremy" userId="09ac0925-c8bb-438c-a205-6311faa2bcaf" providerId="ADAL" clId="{07DD6953-E45F-49B3-BD80-9FD29785097B}" dt="2020-04-09T08:39:21.670" v="109" actId="478"/>
          <ac:picMkLst>
            <pc:docMk/>
            <pc:sldMk cId="343340016" sldId="280"/>
            <ac:picMk id="5" creationId="{55C78DFA-40BB-4BD2-87A4-62110F238DDA}"/>
          </ac:picMkLst>
        </pc:picChg>
        <pc:picChg chg="add mod modCrop">
          <ac:chgData name="Jeremy" userId="09ac0925-c8bb-438c-a205-6311faa2bcaf" providerId="ADAL" clId="{07DD6953-E45F-49B3-BD80-9FD29785097B}" dt="2020-04-09T09:38:17.754" v="445" actId="1076"/>
          <ac:picMkLst>
            <pc:docMk/>
            <pc:sldMk cId="343340016" sldId="280"/>
            <ac:picMk id="6" creationId="{7202BA2C-9ED7-4F13-AB8B-B78E1BA0EBCF}"/>
          </ac:picMkLst>
        </pc:picChg>
      </pc:sldChg>
      <pc:sldChg chg="add del">
        <pc:chgData name="Jeremy" userId="09ac0925-c8bb-438c-a205-6311faa2bcaf" providerId="ADAL" clId="{07DD6953-E45F-49B3-BD80-9FD29785097B}" dt="2020-04-08T16:17:27.937" v="44" actId="2696"/>
        <pc:sldMkLst>
          <pc:docMk/>
          <pc:sldMk cId="2527645853" sldId="281"/>
        </pc:sldMkLst>
      </pc:sldChg>
      <pc:sldChg chg="add">
        <pc:chgData name="Jeremy" userId="09ac0925-c8bb-438c-a205-6311faa2bcaf" providerId="ADAL" clId="{07DD6953-E45F-49B3-BD80-9FD29785097B}" dt="2020-04-08T16:23:52.460" v="53"/>
        <pc:sldMkLst>
          <pc:docMk/>
          <pc:sldMk cId="3942393425" sldId="281"/>
        </pc:sldMkLst>
      </pc:sldChg>
      <pc:sldChg chg="add">
        <pc:chgData name="Jeremy" userId="09ac0925-c8bb-438c-a205-6311faa2bcaf" providerId="ADAL" clId="{07DD6953-E45F-49B3-BD80-9FD29785097B}" dt="2020-04-08T16:23:52.460" v="53"/>
        <pc:sldMkLst>
          <pc:docMk/>
          <pc:sldMk cId="3031039854" sldId="282"/>
        </pc:sldMkLst>
      </pc:sldChg>
      <pc:sldChg chg="add">
        <pc:chgData name="Jeremy" userId="09ac0925-c8bb-438c-a205-6311faa2bcaf" providerId="ADAL" clId="{07DD6953-E45F-49B3-BD80-9FD29785097B}" dt="2020-04-08T16:23:52.460" v="53"/>
        <pc:sldMkLst>
          <pc:docMk/>
          <pc:sldMk cId="2522298382" sldId="283"/>
        </pc:sldMkLst>
      </pc:sldChg>
      <pc:sldChg chg="add">
        <pc:chgData name="Jeremy" userId="09ac0925-c8bb-438c-a205-6311faa2bcaf" providerId="ADAL" clId="{07DD6953-E45F-49B3-BD80-9FD29785097B}" dt="2020-04-08T16:23:52.460" v="53"/>
        <pc:sldMkLst>
          <pc:docMk/>
          <pc:sldMk cId="3265919681" sldId="284"/>
        </pc:sldMkLst>
      </pc:sldChg>
      <pc:sldChg chg="add">
        <pc:chgData name="Jeremy" userId="09ac0925-c8bb-438c-a205-6311faa2bcaf" providerId="ADAL" clId="{07DD6953-E45F-49B3-BD80-9FD29785097B}" dt="2020-04-08T16:23:52.460" v="53"/>
        <pc:sldMkLst>
          <pc:docMk/>
          <pc:sldMk cId="3937408171" sldId="286"/>
        </pc:sldMkLst>
      </pc:sldChg>
      <pc:sldChg chg="add">
        <pc:chgData name="Jeremy" userId="09ac0925-c8bb-438c-a205-6311faa2bcaf" providerId="ADAL" clId="{07DD6953-E45F-49B3-BD80-9FD29785097B}" dt="2020-04-08T16:23:52.460" v="53"/>
        <pc:sldMkLst>
          <pc:docMk/>
          <pc:sldMk cId="3511879738" sldId="287"/>
        </pc:sldMkLst>
      </pc:sldChg>
      <pc:sldChg chg="add">
        <pc:chgData name="Jeremy" userId="09ac0925-c8bb-438c-a205-6311faa2bcaf" providerId="ADAL" clId="{07DD6953-E45F-49B3-BD80-9FD29785097B}" dt="2020-04-08T16:23:52.460" v="53"/>
        <pc:sldMkLst>
          <pc:docMk/>
          <pc:sldMk cId="3762947129" sldId="288"/>
        </pc:sldMkLst>
      </pc:sldChg>
      <pc:sldChg chg="add">
        <pc:chgData name="Jeremy" userId="09ac0925-c8bb-438c-a205-6311faa2bcaf" providerId="ADAL" clId="{07DD6953-E45F-49B3-BD80-9FD29785097B}" dt="2020-04-08T16:23:52.460" v="53"/>
        <pc:sldMkLst>
          <pc:docMk/>
          <pc:sldMk cId="1927896488" sldId="289"/>
        </pc:sldMkLst>
      </pc:sldChg>
      <pc:sldChg chg="add">
        <pc:chgData name="Jeremy" userId="09ac0925-c8bb-438c-a205-6311faa2bcaf" providerId="ADAL" clId="{07DD6953-E45F-49B3-BD80-9FD29785097B}" dt="2020-04-08T16:23:52.460" v="53"/>
        <pc:sldMkLst>
          <pc:docMk/>
          <pc:sldMk cId="3858838090" sldId="291"/>
        </pc:sldMkLst>
      </pc:sldChg>
      <pc:sldChg chg="delSp modSp add mod">
        <pc:chgData name="Jeremy" userId="09ac0925-c8bb-438c-a205-6311faa2bcaf" providerId="ADAL" clId="{07DD6953-E45F-49B3-BD80-9FD29785097B}" dt="2020-04-08T16:42:06.337" v="95" actId="1076"/>
        <pc:sldMkLst>
          <pc:docMk/>
          <pc:sldMk cId="3178094289" sldId="293"/>
        </pc:sldMkLst>
        <pc:spChg chg="mod">
          <ac:chgData name="Jeremy" userId="09ac0925-c8bb-438c-a205-6311faa2bcaf" providerId="ADAL" clId="{07DD6953-E45F-49B3-BD80-9FD29785097B}" dt="2020-04-08T16:42:06.337" v="95" actId="1076"/>
          <ac:spMkLst>
            <pc:docMk/>
            <pc:sldMk cId="3178094289" sldId="293"/>
            <ac:spMk id="3" creationId="{4B1C50EB-E9AF-46FC-AF7C-B3F12463A0AF}"/>
          </ac:spMkLst>
        </pc:spChg>
        <pc:spChg chg="del mod">
          <ac:chgData name="Jeremy" userId="09ac0925-c8bb-438c-a205-6311faa2bcaf" providerId="ADAL" clId="{07DD6953-E45F-49B3-BD80-9FD29785097B}" dt="2020-04-08T16:41:44.981" v="88" actId="478"/>
          <ac:spMkLst>
            <pc:docMk/>
            <pc:sldMk cId="3178094289" sldId="293"/>
            <ac:spMk id="5" creationId="{049EDCA9-CB0C-4E82-95F5-D5D558981D39}"/>
          </ac:spMkLst>
        </pc:spChg>
      </pc:sldChg>
      <pc:sldChg chg="add">
        <pc:chgData name="Jeremy" userId="09ac0925-c8bb-438c-a205-6311faa2bcaf" providerId="ADAL" clId="{07DD6953-E45F-49B3-BD80-9FD29785097B}" dt="2020-04-08T16:23:52.460" v="53"/>
        <pc:sldMkLst>
          <pc:docMk/>
          <pc:sldMk cId="1882086949" sldId="294"/>
        </pc:sldMkLst>
      </pc:sldChg>
      <pc:sldChg chg="add">
        <pc:chgData name="Jeremy" userId="09ac0925-c8bb-438c-a205-6311faa2bcaf" providerId="ADAL" clId="{07DD6953-E45F-49B3-BD80-9FD29785097B}" dt="2020-04-08T16:23:52.460" v="53"/>
        <pc:sldMkLst>
          <pc:docMk/>
          <pc:sldMk cId="73302430" sldId="295"/>
        </pc:sldMkLst>
      </pc:sldChg>
      <pc:sldChg chg="add">
        <pc:chgData name="Jeremy" userId="09ac0925-c8bb-438c-a205-6311faa2bcaf" providerId="ADAL" clId="{07DD6953-E45F-49B3-BD80-9FD29785097B}" dt="2020-04-08T16:23:52.460" v="53"/>
        <pc:sldMkLst>
          <pc:docMk/>
          <pc:sldMk cId="413171919" sldId="296"/>
        </pc:sldMkLst>
      </pc:sldChg>
      <pc:sldChg chg="addSp modSp add mod">
        <pc:chgData name="Jeremy" userId="09ac0925-c8bb-438c-a205-6311faa2bcaf" providerId="ADAL" clId="{07DD6953-E45F-49B3-BD80-9FD29785097B}" dt="2020-04-24T12:31:18.712" v="532" actId="6549"/>
        <pc:sldMkLst>
          <pc:docMk/>
          <pc:sldMk cId="2112051477" sldId="297"/>
        </pc:sldMkLst>
        <pc:spChg chg="add mod">
          <ac:chgData name="Jeremy" userId="09ac0925-c8bb-438c-a205-6311faa2bcaf" providerId="ADAL" clId="{07DD6953-E45F-49B3-BD80-9FD29785097B}" dt="2020-04-24T12:31:18.712" v="532" actId="6549"/>
          <ac:spMkLst>
            <pc:docMk/>
            <pc:sldMk cId="2112051477" sldId="297"/>
            <ac:spMk id="2" creationId="{5186325A-8C03-4FC9-B05B-AC668F98F192}"/>
          </ac:spMkLst>
        </pc:spChg>
        <pc:spChg chg="add">
          <ac:chgData name="Jeremy" userId="09ac0925-c8bb-438c-a205-6311faa2bcaf" providerId="ADAL" clId="{07DD6953-E45F-49B3-BD80-9FD29785097B}" dt="2020-04-08T16:41:19.091" v="87"/>
          <ac:spMkLst>
            <pc:docMk/>
            <pc:sldMk cId="2112051477" sldId="297"/>
            <ac:spMk id="3" creationId="{61F41D70-66A1-4FBA-A6BB-7A6CCC502FF1}"/>
          </ac:spMkLst>
        </pc:spChg>
      </pc:sldChg>
    </pc:docChg>
  </pc:docChgLst>
  <pc:docChgLst>
    <pc:chgData name="Jeremy Foss" userId="09ac0925-c8bb-438c-a205-6311faa2bcaf" providerId="ADAL" clId="{B4091C60-6547-4196-BFCA-ECC98A26E478}"/>
    <pc:docChg chg="undo custSel addSld modSld modNotesMaster modHandout">
      <pc:chgData name="Jeremy Foss" userId="09ac0925-c8bb-438c-a205-6311faa2bcaf" providerId="ADAL" clId="{B4091C60-6547-4196-BFCA-ECC98A26E478}" dt="2019-04-15T07:37:31.277" v="275" actId="1076"/>
      <pc:docMkLst>
        <pc:docMk/>
      </pc:docMkLst>
      <pc:sldChg chg="delSp modSp">
        <pc:chgData name="Jeremy Foss" userId="09ac0925-c8bb-438c-a205-6311faa2bcaf" providerId="ADAL" clId="{B4091C60-6547-4196-BFCA-ECC98A26E478}" dt="2019-04-12T08:34:21.116" v="2" actId="2710"/>
        <pc:sldMkLst>
          <pc:docMk/>
          <pc:sldMk cId="2079727969" sldId="262"/>
        </pc:sldMkLst>
        <pc:spChg chg="mod">
          <ac:chgData name="Jeremy Foss" userId="09ac0925-c8bb-438c-a205-6311faa2bcaf" providerId="ADAL" clId="{B4091C60-6547-4196-BFCA-ECC98A26E478}" dt="2019-04-12T08:34:21.116" v="2" actId="2710"/>
          <ac:spMkLst>
            <pc:docMk/>
            <pc:sldMk cId="2079727969" sldId="262"/>
            <ac:spMk id="2" creationId="{00000000-0000-0000-0000-000000000000}"/>
          </ac:spMkLst>
        </pc:spChg>
        <pc:graphicFrameChg chg="del">
          <ac:chgData name="Jeremy Foss" userId="09ac0925-c8bb-438c-a205-6311faa2bcaf" providerId="ADAL" clId="{B4091C60-6547-4196-BFCA-ECC98A26E478}" dt="2019-04-12T08:34:12.377" v="0" actId="478"/>
          <ac:graphicFrameMkLst>
            <pc:docMk/>
            <pc:sldMk cId="2079727969" sldId="262"/>
            <ac:graphicFrameMk id="4" creationId="{A95FB00B-06FE-4E90-B132-E91E150CCDFF}"/>
          </ac:graphicFrameMkLst>
        </pc:graphicFrameChg>
      </pc:sldChg>
      <pc:sldChg chg="addSp delSp modSp">
        <pc:chgData name="Jeremy Foss" userId="09ac0925-c8bb-438c-a205-6311faa2bcaf" providerId="ADAL" clId="{B4091C60-6547-4196-BFCA-ECC98A26E478}" dt="2019-04-15T07:37:31.277" v="275" actId="1076"/>
        <pc:sldMkLst>
          <pc:docMk/>
          <pc:sldMk cId="806639950" sldId="276"/>
        </pc:sldMkLst>
        <pc:spChg chg="mod">
          <ac:chgData name="Jeremy Foss" userId="09ac0925-c8bb-438c-a205-6311faa2bcaf" providerId="ADAL" clId="{B4091C60-6547-4196-BFCA-ECC98A26E478}" dt="2019-04-15T07:37:11.933" v="269" actId="20577"/>
          <ac:spMkLst>
            <pc:docMk/>
            <pc:sldMk cId="806639950" sldId="276"/>
            <ac:spMk id="3" creationId="{C30E77A7-EA46-45A1-97CF-7505BA7E6994}"/>
          </ac:spMkLst>
        </pc:spChg>
        <pc:spChg chg="mod">
          <ac:chgData name="Jeremy Foss" userId="09ac0925-c8bb-438c-a205-6311faa2bcaf" providerId="ADAL" clId="{B4091C60-6547-4196-BFCA-ECC98A26E478}" dt="2019-04-15T07:37:31.277" v="275" actId="1076"/>
          <ac:spMkLst>
            <pc:docMk/>
            <pc:sldMk cId="806639950" sldId="276"/>
            <ac:spMk id="5" creationId="{9E8B9908-F3D9-4441-ACC0-65460F6FD27C}"/>
          </ac:spMkLst>
        </pc:spChg>
        <pc:picChg chg="add mod ord">
          <ac:chgData name="Jeremy Foss" userId="09ac0925-c8bb-438c-a205-6311faa2bcaf" providerId="ADAL" clId="{B4091C60-6547-4196-BFCA-ECC98A26E478}" dt="2019-04-15T07:37:24.349" v="273" actId="167"/>
          <ac:picMkLst>
            <pc:docMk/>
            <pc:sldMk cId="806639950" sldId="276"/>
            <ac:picMk id="6" creationId="{8C6B2056-1FEC-413F-91E7-9E9D3753624D}"/>
          </ac:picMkLst>
        </pc:picChg>
        <pc:picChg chg="del">
          <ac:chgData name="Jeremy Foss" userId="09ac0925-c8bb-438c-a205-6311faa2bcaf" providerId="ADAL" clId="{B4091C60-6547-4196-BFCA-ECC98A26E478}" dt="2019-04-15T07:36:54.736" v="264" actId="478"/>
          <ac:picMkLst>
            <pc:docMk/>
            <pc:sldMk cId="806639950" sldId="276"/>
            <ac:picMk id="9" creationId="{E36173C8-CF5B-4F16-BB6A-A68317309628}"/>
          </ac:picMkLst>
        </pc:picChg>
        <pc:picChg chg="del">
          <ac:chgData name="Jeremy Foss" userId="09ac0925-c8bb-438c-a205-6311faa2bcaf" providerId="ADAL" clId="{B4091C60-6547-4196-BFCA-ECC98A26E478}" dt="2019-04-15T07:33:40.007" v="260" actId="478"/>
          <ac:picMkLst>
            <pc:docMk/>
            <pc:sldMk cId="806639950" sldId="276"/>
            <ac:picMk id="10" creationId="{418CCF6F-1EC6-4807-B61F-68924944F59A}"/>
          </ac:picMkLst>
        </pc:picChg>
      </pc:sldChg>
      <pc:sldChg chg="addSp modSp add">
        <pc:chgData name="Jeremy Foss" userId="09ac0925-c8bb-438c-a205-6311faa2bcaf" providerId="ADAL" clId="{B4091C60-6547-4196-BFCA-ECC98A26E478}" dt="2019-04-12T08:37:21.915" v="254" actId="5793"/>
        <pc:sldMkLst>
          <pc:docMk/>
          <pc:sldMk cId="294762285" sldId="279"/>
        </pc:sldMkLst>
        <pc:spChg chg="add mod">
          <ac:chgData name="Jeremy Foss" userId="09ac0925-c8bb-438c-a205-6311faa2bcaf" providerId="ADAL" clId="{B4091C60-6547-4196-BFCA-ECC98A26E478}" dt="2019-04-12T08:37:21.915" v="254" actId="5793"/>
          <ac:spMkLst>
            <pc:docMk/>
            <pc:sldMk cId="294762285" sldId="279"/>
            <ac:spMk id="2" creationId="{E85F62C0-2C8A-4201-BC4F-DDB07F26FC52}"/>
          </ac:spMkLst>
        </pc:spChg>
      </pc:sldChg>
      <pc:sldChg chg="modSp">
        <pc:chgData name="Jeremy Foss" userId="09ac0925-c8bb-438c-a205-6311faa2bcaf" providerId="ADAL" clId="{B4091C60-6547-4196-BFCA-ECC98A26E478}" dt="2019-04-15T07:32:26.047" v="259" actId="14100"/>
        <pc:sldMkLst>
          <pc:docMk/>
          <pc:sldMk cId="343340016" sldId="280"/>
        </pc:sldMkLst>
        <pc:picChg chg="mod">
          <ac:chgData name="Jeremy Foss" userId="09ac0925-c8bb-438c-a205-6311faa2bcaf" providerId="ADAL" clId="{B4091C60-6547-4196-BFCA-ECC98A26E478}" dt="2019-04-15T07:32:26.047" v="259" actId="14100"/>
          <ac:picMkLst>
            <pc:docMk/>
            <pc:sldMk cId="343340016" sldId="280"/>
            <ac:picMk id="3" creationId="{DEAEFDE0-BADA-4DBF-8ADF-D5D6D1DCE84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9635" name="Rectangle 3"/>
          <p:cNvSpPr>
            <a:spLocks noGrp="1" noChangeArrowheads="1"/>
          </p:cNvSpPr>
          <p:nvPr>
            <p:ph type="dt" sz="quarter" idx="1"/>
          </p:nvPr>
        </p:nvSpPr>
        <p:spPr bwMode="auto">
          <a:xfrm>
            <a:off x="3884614"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5FCF019E-1375-4D69-90D7-05D62CCBD7E5}" type="datetimeFigureOut">
              <a:rPr lang="en-US"/>
              <a:pPr>
                <a:defRPr/>
              </a:pPr>
              <a:t>4/19/2021</a:t>
            </a:fld>
            <a:endParaRPr lang="en-US"/>
          </a:p>
        </p:txBody>
      </p:sp>
      <p:sp>
        <p:nvSpPr>
          <p:cNvPr id="69636" name="Rectangle 4"/>
          <p:cNvSpPr>
            <a:spLocks noGrp="1" noChangeArrowheads="1"/>
          </p:cNvSpPr>
          <p:nvPr>
            <p:ph type="ftr" sz="quarter" idx="2"/>
          </p:nvPr>
        </p:nvSpPr>
        <p:spPr bwMode="auto">
          <a:xfrm>
            <a:off x="0" y="868521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9637" name="Rectangle 5"/>
          <p:cNvSpPr>
            <a:spLocks noGrp="1" noChangeArrowheads="1"/>
          </p:cNvSpPr>
          <p:nvPr>
            <p:ph type="sldNum" sz="quarter" idx="3"/>
          </p:nvPr>
        </p:nvSpPr>
        <p:spPr bwMode="auto">
          <a:xfrm>
            <a:off x="3884614" y="868521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0E66841-25FA-4912-8AB9-E1C40B086689}" type="slidenum">
              <a:rPr lang="en-US"/>
              <a:pPr>
                <a:defRPr/>
              </a:pPr>
              <a:t>‹#›</a:t>
            </a:fld>
            <a:endParaRPr lang="en-US"/>
          </a:p>
        </p:txBody>
      </p:sp>
    </p:spTree>
    <p:extLst>
      <p:ext uri="{BB962C8B-B14F-4D97-AF65-F5344CB8AC3E}">
        <p14:creationId xmlns:p14="http://schemas.microsoft.com/office/powerpoint/2010/main" val="1907082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3" name="Rectangle 3"/>
          <p:cNvSpPr>
            <a:spLocks noGrp="1" noChangeArrowheads="1"/>
          </p:cNvSpPr>
          <p:nvPr>
            <p:ph type="dt" idx="1"/>
          </p:nvPr>
        </p:nvSpPr>
        <p:spPr bwMode="auto">
          <a:xfrm>
            <a:off x="3886201"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0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14401"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686801"/>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7" name="Rectangle 7"/>
          <p:cNvSpPr>
            <a:spLocks noGrp="1" noChangeArrowheads="1"/>
          </p:cNvSpPr>
          <p:nvPr>
            <p:ph type="sldNum" sz="quarter" idx="5"/>
          </p:nvPr>
        </p:nvSpPr>
        <p:spPr bwMode="auto">
          <a:xfrm>
            <a:off x="3886201" y="8686801"/>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FA0F4D4-A3A6-48C1-B1F1-4280E9CA502D}" type="slidenum">
              <a:rPr lang="en-GB"/>
              <a:pPr>
                <a:defRPr/>
              </a:pPr>
              <a:t>‹#›</a:t>
            </a:fld>
            <a:endParaRPr lang="en-GB"/>
          </a:p>
        </p:txBody>
      </p:sp>
    </p:spTree>
    <p:extLst>
      <p:ext uri="{BB962C8B-B14F-4D97-AF65-F5344CB8AC3E}">
        <p14:creationId xmlns:p14="http://schemas.microsoft.com/office/powerpoint/2010/main" val="391181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Lucida Sans Unicode"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532FAAA-12F3-4BC2-A6AB-5F2151B69C26}" type="slidenum">
              <a:rPr lang="en-GB" smtClean="0"/>
              <a:pPr/>
              <a:t>1</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2786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845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40238B-0726-474E-B974-88CBDE8C0C5C}"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F416D4-773B-48A2-8963-76985CBDF909}"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FCD34A-EAD6-4A2B-83C8-A41A7A6369F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F2F47E-1FAC-4F39-B0C2-6BDEE08DC12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AFF5F79-2FCA-49FD-9F46-111551135F83}"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55E2EB-362B-43CF-A641-DDD132543682}"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56EFDB2-3113-4A37-B07C-D041BB6DF69A}"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CA4BBE9-EDC8-4FC6-8E4A-9557837D9BA7}"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77EF81-6B76-4DEC-98FB-1D4D8A5EABA8}"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B5DE6-76C7-4CED-BEDC-D3B153CD2797}"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9464A3C-67AD-4626-8890-8B49EF23BC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rot="10800000" flipH="1">
            <a:off x="0" y="0"/>
            <a:ext cx="9144000" cy="457200"/>
          </a:xfrm>
          <a:prstGeom prst="rect">
            <a:avLst/>
          </a:prstGeom>
          <a:gradFill rotWithShape="0">
            <a:gsLst>
              <a:gs pos="0">
                <a:srgbClr val="CCCCFF"/>
              </a:gs>
              <a:gs pos="100000">
                <a:srgbClr val="FFFFFF"/>
              </a:gs>
            </a:gsLst>
            <a:lin ang="5400000" scaled="1"/>
          </a:gradFill>
          <a:ln w="9525">
            <a:noFill/>
            <a:miter lim="800000"/>
            <a:headEnd/>
            <a:tailEnd/>
          </a:ln>
        </p:spPr>
        <p:txBody>
          <a:bodyPr wrap="none" anchor="ctr"/>
          <a:lstStyle/>
          <a:p>
            <a:pPr>
              <a:defRPr/>
            </a:pPr>
            <a:endParaRPr lang="en-US"/>
          </a:p>
        </p:txBody>
      </p:sp>
      <p:sp>
        <p:nvSpPr>
          <p:cNvPr id="1027" name="Rectangle 8"/>
          <p:cNvSpPr>
            <a:spLocks noChangeArrowheads="1"/>
          </p:cNvSpPr>
          <p:nvPr/>
        </p:nvSpPr>
        <p:spPr bwMode="auto">
          <a:xfrm>
            <a:off x="0" y="6400800"/>
            <a:ext cx="9144000" cy="457200"/>
          </a:xfrm>
          <a:prstGeom prst="rect">
            <a:avLst/>
          </a:prstGeom>
          <a:gradFill rotWithShape="0">
            <a:gsLst>
              <a:gs pos="0">
                <a:srgbClr val="FFFFFF"/>
              </a:gs>
              <a:gs pos="100000">
                <a:srgbClr val="CCCCFF"/>
              </a:gs>
            </a:gsLst>
            <a:lin ang="5400000" scaled="1"/>
          </a:gradFill>
          <a:ln w="9525">
            <a:noFill/>
            <a:miter lim="800000"/>
            <a:headEnd/>
            <a:tailEnd/>
          </a:ln>
        </p:spPr>
        <p:txBody>
          <a:bodyPr wrap="none" anchor="ctr"/>
          <a:lstStyle/>
          <a:p>
            <a:pPr>
              <a:defRPr/>
            </a:pPr>
            <a:endParaRPr lang="en-US"/>
          </a:p>
        </p:txBody>
      </p:sp>
      <p:sp>
        <p:nvSpPr>
          <p:cNvPr id="1028" name="Rectangle 9"/>
          <p:cNvSpPr>
            <a:spLocks noChangeArrowheads="1"/>
          </p:cNvSpPr>
          <p:nvPr/>
        </p:nvSpPr>
        <p:spPr bwMode="auto">
          <a:xfrm>
            <a:off x="2387600" y="6591300"/>
            <a:ext cx="4392613" cy="266700"/>
          </a:xfrm>
          <a:prstGeom prst="rect">
            <a:avLst/>
          </a:prstGeom>
          <a:noFill/>
          <a:ln w="9525">
            <a:noFill/>
            <a:miter lim="800000"/>
            <a:headEnd/>
            <a:tailEnd/>
          </a:ln>
        </p:spPr>
        <p:txBody>
          <a:bodyPr/>
          <a:lstStyle/>
          <a:p>
            <a:pPr algn="ctr">
              <a:defRPr/>
            </a:pPr>
            <a:r>
              <a:rPr lang="en-GB" sz="1200" dirty="0">
                <a:solidFill>
                  <a:srgbClr val="000066"/>
                </a:solidFill>
              </a:rPr>
              <a:t> Broadcast Technology UG1</a:t>
            </a:r>
          </a:p>
        </p:txBody>
      </p:sp>
      <p:sp>
        <p:nvSpPr>
          <p:cNvPr id="1029" name="Rectangle 10"/>
          <p:cNvSpPr>
            <a:spLocks noChangeArrowheads="1"/>
          </p:cNvSpPr>
          <p:nvPr/>
        </p:nvSpPr>
        <p:spPr bwMode="auto">
          <a:xfrm>
            <a:off x="0" y="6591300"/>
            <a:ext cx="2895600" cy="266700"/>
          </a:xfrm>
          <a:prstGeom prst="rect">
            <a:avLst/>
          </a:prstGeom>
          <a:noFill/>
          <a:ln w="9525">
            <a:noFill/>
            <a:miter lim="800000"/>
            <a:headEnd/>
            <a:tailEnd/>
          </a:ln>
        </p:spPr>
        <p:txBody>
          <a:bodyPr/>
          <a:lstStyle/>
          <a:p>
            <a:pPr>
              <a:defRPr/>
            </a:pPr>
            <a:r>
              <a:rPr lang="en-GB" sz="1200">
                <a:solidFill>
                  <a:srgbClr val="000066"/>
                </a:solidFill>
              </a:rPr>
              <a:t>jeremy.foss@bcu.ac.uk</a:t>
            </a:r>
          </a:p>
        </p:txBody>
      </p:sp>
      <p:sp>
        <p:nvSpPr>
          <p:cNvPr id="1030" name="Rectangle 11"/>
          <p:cNvSpPr>
            <a:spLocks noChangeArrowheads="1"/>
          </p:cNvSpPr>
          <p:nvPr/>
        </p:nvSpPr>
        <p:spPr bwMode="auto">
          <a:xfrm>
            <a:off x="5868988" y="6591300"/>
            <a:ext cx="2895600" cy="266700"/>
          </a:xfrm>
          <a:prstGeom prst="rect">
            <a:avLst/>
          </a:prstGeom>
          <a:noFill/>
          <a:ln w="9525">
            <a:noFill/>
            <a:miter lim="800000"/>
            <a:headEnd/>
            <a:tailEnd/>
          </a:ln>
        </p:spPr>
        <p:txBody>
          <a:bodyPr/>
          <a:lstStyle/>
          <a:p>
            <a:pPr algn="r">
              <a:defRPr/>
            </a:pPr>
            <a:endParaRPr lang="en-US" sz="1200">
              <a:solidFill>
                <a:srgbClr val="000066"/>
              </a:solidFill>
            </a:endParaRPr>
          </a:p>
        </p:txBody>
      </p:sp>
      <p:sp>
        <p:nvSpPr>
          <p:cNvPr id="1031" name="Rectangle 13"/>
          <p:cNvSpPr>
            <a:spLocks noChangeArrowheads="1"/>
          </p:cNvSpPr>
          <p:nvPr/>
        </p:nvSpPr>
        <p:spPr bwMode="auto">
          <a:xfrm>
            <a:off x="0" y="0"/>
            <a:ext cx="3492500" cy="304800"/>
          </a:xfrm>
          <a:prstGeom prst="rect">
            <a:avLst/>
          </a:prstGeom>
          <a:noFill/>
          <a:ln w="9525">
            <a:noFill/>
            <a:miter lim="800000"/>
            <a:headEnd/>
            <a:tailEnd/>
          </a:ln>
        </p:spPr>
        <p:txBody>
          <a:bodyPr/>
          <a:lstStyle/>
          <a:p>
            <a:pPr>
              <a:defRPr/>
            </a:pPr>
            <a:endParaRPr lang="en-GB" sz="1200" b="1">
              <a:solidFill>
                <a:srgbClr val="000066"/>
              </a:solidFill>
            </a:endParaRPr>
          </a:p>
          <a:p>
            <a:pPr>
              <a:defRPr/>
            </a:pPr>
            <a:endParaRPr lang="en-GB" sz="1200">
              <a:solidFill>
                <a:srgbClr val="000066"/>
              </a:solidFill>
            </a:endParaRPr>
          </a:p>
        </p:txBody>
      </p:sp>
      <p:sp>
        <p:nvSpPr>
          <p:cNvPr id="1032" name="Rectangle 15"/>
          <p:cNvSpPr>
            <a:spLocks noChangeArrowheads="1"/>
          </p:cNvSpPr>
          <p:nvPr userDrawn="1"/>
        </p:nvSpPr>
        <p:spPr bwMode="auto">
          <a:xfrm>
            <a:off x="6248400" y="6591300"/>
            <a:ext cx="2895600" cy="266700"/>
          </a:xfrm>
          <a:prstGeom prst="rect">
            <a:avLst/>
          </a:prstGeom>
          <a:noFill/>
          <a:ln w="9525">
            <a:noFill/>
            <a:miter lim="800000"/>
            <a:headEnd/>
            <a:tailEnd/>
          </a:ln>
        </p:spPr>
        <p:txBody>
          <a:bodyPr/>
          <a:lstStyle/>
          <a:p>
            <a:pPr algn="r">
              <a:defRPr/>
            </a:pPr>
            <a:r>
              <a:rPr lang="en-GB" sz="1200">
                <a:solidFill>
                  <a:srgbClr val="000066"/>
                </a:solidFill>
              </a:rPr>
              <a:t>Jerry Foss, CEng, MIET</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7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Lucida Sans Unicode" pitchFamily="34" charset="0"/>
        </a:defRPr>
      </a:lvl2pPr>
      <a:lvl3pPr algn="ctr" rtl="0" eaLnBrk="0" fontAlgn="base" hangingPunct="0">
        <a:spcBef>
          <a:spcPct val="0"/>
        </a:spcBef>
        <a:spcAft>
          <a:spcPct val="0"/>
        </a:spcAft>
        <a:defRPr sz="4400">
          <a:solidFill>
            <a:schemeClr val="tx2"/>
          </a:solidFill>
          <a:latin typeface="Lucida Sans Unicode" pitchFamily="34" charset="0"/>
        </a:defRPr>
      </a:lvl3pPr>
      <a:lvl4pPr algn="ctr" rtl="0" eaLnBrk="0" fontAlgn="base" hangingPunct="0">
        <a:spcBef>
          <a:spcPct val="0"/>
        </a:spcBef>
        <a:spcAft>
          <a:spcPct val="0"/>
        </a:spcAft>
        <a:defRPr sz="4400">
          <a:solidFill>
            <a:schemeClr val="tx2"/>
          </a:solidFill>
          <a:latin typeface="Lucida Sans Unicode" pitchFamily="34" charset="0"/>
        </a:defRPr>
      </a:lvl4pPr>
      <a:lvl5pPr algn="ctr" rtl="0" eaLnBrk="0" fontAlgn="base" hangingPunct="0">
        <a:spcBef>
          <a:spcPct val="0"/>
        </a:spcBef>
        <a:spcAft>
          <a:spcPct val="0"/>
        </a:spcAft>
        <a:defRPr sz="4400">
          <a:solidFill>
            <a:schemeClr val="tx2"/>
          </a:solidFill>
          <a:latin typeface="Lucida Sans Unicode" pitchFamily="34" charset="0"/>
        </a:defRPr>
      </a:lvl5pPr>
      <a:lvl6pPr marL="457200" algn="ctr" rtl="0" eaLnBrk="0" fontAlgn="base" hangingPunct="0">
        <a:spcBef>
          <a:spcPct val="0"/>
        </a:spcBef>
        <a:spcAft>
          <a:spcPct val="0"/>
        </a:spcAft>
        <a:defRPr sz="4400">
          <a:solidFill>
            <a:schemeClr val="tx2"/>
          </a:solidFill>
          <a:latin typeface="Lucida Sans Unicode" pitchFamily="34" charset="0"/>
        </a:defRPr>
      </a:lvl6pPr>
      <a:lvl7pPr marL="914400" algn="ctr" rtl="0" eaLnBrk="0" fontAlgn="base" hangingPunct="0">
        <a:spcBef>
          <a:spcPct val="0"/>
        </a:spcBef>
        <a:spcAft>
          <a:spcPct val="0"/>
        </a:spcAft>
        <a:defRPr sz="4400">
          <a:solidFill>
            <a:schemeClr val="tx2"/>
          </a:solidFill>
          <a:latin typeface="Lucida Sans Unicode" pitchFamily="34" charset="0"/>
        </a:defRPr>
      </a:lvl7pPr>
      <a:lvl8pPr marL="1371600" algn="ctr" rtl="0" eaLnBrk="0" fontAlgn="base" hangingPunct="0">
        <a:spcBef>
          <a:spcPct val="0"/>
        </a:spcBef>
        <a:spcAft>
          <a:spcPct val="0"/>
        </a:spcAft>
        <a:defRPr sz="4400">
          <a:solidFill>
            <a:schemeClr val="tx2"/>
          </a:solidFill>
          <a:latin typeface="Lucida Sans Unicode" pitchFamily="34" charset="0"/>
        </a:defRPr>
      </a:lvl8pPr>
      <a:lvl9pPr marL="1828800" algn="ctr" rtl="0" eaLnBrk="0" fontAlgn="base" hangingPunct="0">
        <a:spcBef>
          <a:spcPct val="0"/>
        </a:spcBef>
        <a:spcAft>
          <a:spcPct val="0"/>
        </a:spcAft>
        <a:defRPr sz="4400">
          <a:solidFill>
            <a:schemeClr val="tx2"/>
          </a:solidFill>
          <a:latin typeface="Lucida Sans Unicod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16144C6-4CBB-464E-8B86-D02262D719D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advanced-television.com/2019/10/24/ofcom-bbc-risks-lost-generation/" TargetMode="External"/><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vox.com/2018/1/23/16905844/media-landscape-verizon-amazon-comcast-disney-fox-relationships-chart"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6147" name="Text Box 9"/>
          <p:cNvSpPr txBox="1">
            <a:spLocks noChangeArrowheads="1"/>
          </p:cNvSpPr>
          <p:nvPr/>
        </p:nvSpPr>
        <p:spPr bwMode="auto">
          <a:xfrm>
            <a:off x="612775" y="2058988"/>
            <a:ext cx="8561388" cy="2554545"/>
          </a:xfrm>
          <a:prstGeom prst="rect">
            <a:avLst/>
          </a:prstGeom>
          <a:noFill/>
          <a:ln w="9525">
            <a:noFill/>
            <a:miter lim="800000"/>
            <a:headEnd/>
            <a:tailEnd/>
          </a:ln>
        </p:spPr>
        <p:txBody>
          <a:bodyPr>
            <a:spAutoFit/>
          </a:bodyPr>
          <a:lstStyle/>
          <a:p>
            <a:r>
              <a:rPr lang="en-GB" sz="2400" dirty="0"/>
              <a:t>Broadcast Technology UG1</a:t>
            </a:r>
          </a:p>
          <a:p>
            <a:endParaRPr lang="en-GB" sz="2800" b="1" dirty="0"/>
          </a:p>
          <a:p>
            <a:r>
              <a:rPr lang="en-GB" sz="3200" dirty="0"/>
              <a:t>1</a:t>
            </a:r>
            <a:r>
              <a:rPr lang="en-GB" sz="3200"/>
              <a:t>: Introduction; The Industry</a:t>
            </a:r>
            <a:endParaRPr lang="en-GB" sz="3200" dirty="0"/>
          </a:p>
          <a:p>
            <a:endParaRPr lang="en-GB" sz="3200" dirty="0"/>
          </a:p>
          <a:p>
            <a:r>
              <a:rPr lang="en-GB" sz="2800" dirty="0"/>
              <a:t>Jerry Foss</a:t>
            </a:r>
          </a:p>
          <a:p>
            <a:r>
              <a:rPr lang="en-GB" dirty="0"/>
              <a:t>jeremy.foss@bcu.ac.uk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288" y="323850"/>
            <a:ext cx="4626761" cy="461665"/>
          </a:xfrm>
          <a:prstGeom prst="rect">
            <a:avLst/>
          </a:prstGeom>
          <a:noFill/>
        </p:spPr>
        <p:txBody>
          <a:bodyPr wrap="square" rtlCol="0">
            <a:spAutoFit/>
          </a:bodyPr>
          <a:lstStyle/>
          <a:p>
            <a:r>
              <a:rPr lang="en-GB" sz="2400" b="1" dirty="0">
                <a:latin typeface="Lucida Sans Unicode" pitchFamily="34" charset="0"/>
              </a:rPr>
              <a:t>Schedule for the Module</a:t>
            </a:r>
          </a:p>
        </p:txBody>
      </p:sp>
      <p:sp>
        <p:nvSpPr>
          <p:cNvPr id="2" name="Rectangle 1"/>
          <p:cNvSpPr/>
          <p:nvPr/>
        </p:nvSpPr>
        <p:spPr>
          <a:xfrm>
            <a:off x="395288" y="1843950"/>
            <a:ext cx="8312485" cy="3262432"/>
          </a:xfrm>
          <a:prstGeom prst="rect">
            <a:avLst/>
          </a:prstGeom>
        </p:spPr>
        <p:txBody>
          <a:bodyPr wrap="square">
            <a:spAutoFit/>
          </a:bodyPr>
          <a:lstStyle/>
          <a:p>
            <a:pPr>
              <a:lnSpc>
                <a:spcPct val="150000"/>
              </a:lnSpc>
            </a:pPr>
            <a:r>
              <a:rPr lang="en-GB" sz="1800" b="1" dirty="0">
                <a:solidFill>
                  <a:srgbClr val="444444"/>
                </a:solidFill>
              </a:rPr>
              <a:t>Learning Outcomes</a:t>
            </a:r>
          </a:p>
          <a:p>
            <a:pPr>
              <a:lnSpc>
                <a:spcPct val="150000"/>
              </a:lnSpc>
            </a:pPr>
            <a:endParaRPr lang="en-GB" sz="1400" b="1" dirty="0">
              <a:solidFill>
                <a:srgbClr val="444444"/>
              </a:solidFill>
            </a:endParaRPr>
          </a:p>
          <a:p>
            <a:pPr marL="361950" indent="-361950" defTabSz="361950">
              <a:lnSpc>
                <a:spcPct val="150000"/>
              </a:lnSpc>
              <a:tabLst>
                <a:tab pos="361950" algn="l"/>
              </a:tabLst>
            </a:pPr>
            <a:r>
              <a:rPr lang="en-GB" dirty="0">
                <a:solidFill>
                  <a:srgbClr val="444444"/>
                </a:solidFill>
              </a:rPr>
              <a:t>1.	Differentiate between TV audio and video standards and apply for studio applications</a:t>
            </a:r>
          </a:p>
          <a:p>
            <a:pPr marL="361950" indent="-361950" defTabSz="361950">
              <a:lnSpc>
                <a:spcPct val="150000"/>
              </a:lnSpc>
              <a:tabLst>
                <a:tab pos="361950" algn="l"/>
              </a:tabLst>
            </a:pPr>
            <a:r>
              <a:rPr lang="en-GB" dirty="0">
                <a:solidFill>
                  <a:srgbClr val="444444"/>
                </a:solidFill>
              </a:rPr>
              <a:t>2.	Evaluate and select data interconnects for audio and video</a:t>
            </a:r>
          </a:p>
          <a:p>
            <a:pPr marL="361950" indent="-361950" defTabSz="361950">
              <a:lnSpc>
                <a:spcPct val="150000"/>
              </a:lnSpc>
              <a:tabLst>
                <a:tab pos="361950" algn="l"/>
              </a:tabLst>
            </a:pPr>
            <a:r>
              <a:rPr lang="en-GB" dirty="0">
                <a:solidFill>
                  <a:srgbClr val="444444"/>
                </a:solidFill>
              </a:rPr>
              <a:t>3.	Select and apply test procedures for audio and video signals</a:t>
            </a:r>
          </a:p>
          <a:p>
            <a:pPr marL="361950" indent="-361950" defTabSz="361950">
              <a:lnSpc>
                <a:spcPct val="150000"/>
              </a:lnSpc>
              <a:tabLst>
                <a:tab pos="361950" algn="l"/>
              </a:tabLst>
            </a:pPr>
            <a:r>
              <a:rPr lang="en-GB" dirty="0">
                <a:solidFill>
                  <a:srgbClr val="444444"/>
                </a:solidFill>
              </a:rPr>
              <a:t>4.	Compare and contrast network transmission standards worldwide, current and legacy, and evaluate for application to broadcast developments</a:t>
            </a:r>
          </a:p>
          <a:p>
            <a:endParaRPr lang="en-GB" sz="1400" b="1" dirty="0">
              <a:solidFill>
                <a:srgbClr val="444444"/>
              </a:solidFill>
            </a:endParaRPr>
          </a:p>
        </p:txBody>
      </p:sp>
    </p:spTree>
    <p:extLst>
      <p:ext uri="{BB962C8B-B14F-4D97-AF65-F5344CB8AC3E}">
        <p14:creationId xmlns:p14="http://schemas.microsoft.com/office/powerpoint/2010/main" val="207972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5F62C0-2C8A-4201-BC4F-DDB07F26FC52}"/>
              </a:ext>
            </a:extLst>
          </p:cNvPr>
          <p:cNvSpPr/>
          <p:nvPr/>
        </p:nvSpPr>
        <p:spPr>
          <a:xfrm>
            <a:off x="395288" y="368300"/>
            <a:ext cx="8192531" cy="461665"/>
          </a:xfrm>
          <a:prstGeom prst="rect">
            <a:avLst/>
          </a:prstGeom>
        </p:spPr>
        <p:txBody>
          <a:bodyPr wrap="square">
            <a:spAutoFit/>
          </a:bodyPr>
          <a:lstStyle/>
          <a:p>
            <a:r>
              <a:rPr lang="en-GB" sz="2400" b="1" dirty="0"/>
              <a:t>SCHEDULE </a:t>
            </a:r>
            <a:r>
              <a:rPr lang="en-GB" sz="2400"/>
              <a:t>(Planned)</a:t>
            </a:r>
            <a:endParaRPr lang="en-GB"/>
          </a:p>
        </p:txBody>
      </p:sp>
      <p:graphicFrame>
        <p:nvGraphicFramePr>
          <p:cNvPr id="4" name="Table 3">
            <a:extLst>
              <a:ext uri="{FF2B5EF4-FFF2-40B4-BE49-F238E27FC236}">
                <a16:creationId xmlns:a16="http://schemas.microsoft.com/office/drawing/2014/main" id="{945C8513-10FC-48DF-8EE5-D51AF73FCCB2}"/>
              </a:ext>
            </a:extLst>
          </p:cNvPr>
          <p:cNvGraphicFramePr>
            <a:graphicFrameLocks noGrp="1"/>
          </p:cNvGraphicFramePr>
          <p:nvPr>
            <p:extLst>
              <p:ext uri="{D42A27DB-BD31-4B8C-83A1-F6EECF244321}">
                <p14:modId xmlns:p14="http://schemas.microsoft.com/office/powerpoint/2010/main" val="3546702035"/>
              </p:ext>
            </p:extLst>
          </p:nvPr>
        </p:nvGraphicFramePr>
        <p:xfrm>
          <a:off x="395289" y="918040"/>
          <a:ext cx="8192530" cy="5333860"/>
        </p:xfrm>
        <a:graphic>
          <a:graphicData uri="http://schemas.openxmlformats.org/drawingml/2006/table">
            <a:tbl>
              <a:tblPr/>
              <a:tblGrid>
                <a:gridCol w="543151">
                  <a:extLst>
                    <a:ext uri="{9D8B030D-6E8A-4147-A177-3AD203B41FA5}">
                      <a16:colId xmlns:a16="http://schemas.microsoft.com/office/drawing/2014/main" val="3322797005"/>
                    </a:ext>
                  </a:extLst>
                </a:gridCol>
                <a:gridCol w="712886">
                  <a:extLst>
                    <a:ext uri="{9D8B030D-6E8A-4147-A177-3AD203B41FA5}">
                      <a16:colId xmlns:a16="http://schemas.microsoft.com/office/drawing/2014/main" val="629990982"/>
                    </a:ext>
                  </a:extLst>
                </a:gridCol>
                <a:gridCol w="543151">
                  <a:extLst>
                    <a:ext uri="{9D8B030D-6E8A-4147-A177-3AD203B41FA5}">
                      <a16:colId xmlns:a16="http://schemas.microsoft.com/office/drawing/2014/main" val="3605189868"/>
                    </a:ext>
                  </a:extLst>
                </a:gridCol>
                <a:gridCol w="3282398">
                  <a:extLst>
                    <a:ext uri="{9D8B030D-6E8A-4147-A177-3AD203B41FA5}">
                      <a16:colId xmlns:a16="http://schemas.microsoft.com/office/drawing/2014/main" val="3927812080"/>
                    </a:ext>
                  </a:extLst>
                </a:gridCol>
                <a:gridCol w="3110944">
                  <a:extLst>
                    <a:ext uri="{9D8B030D-6E8A-4147-A177-3AD203B41FA5}">
                      <a16:colId xmlns:a16="http://schemas.microsoft.com/office/drawing/2014/main" val="1025525880"/>
                    </a:ext>
                  </a:extLst>
                </a:gridCol>
              </a:tblGrid>
              <a:tr h="229300">
                <a:tc>
                  <a:txBody>
                    <a:bodyPr/>
                    <a:lstStyle/>
                    <a:p>
                      <a:pPr algn="l" fontAlgn="b"/>
                      <a:r>
                        <a:rPr lang="en-GB" sz="1200" b="0" i="0" u="none" strike="noStrike">
                          <a:solidFill>
                            <a:srgbClr val="000000"/>
                          </a:solidFill>
                          <a:effectLst/>
                          <a:latin typeface="+mn-lt"/>
                        </a:rPr>
                        <a:t>APRIL</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979312076"/>
                  </a:ext>
                </a:extLst>
              </a:tr>
              <a:tr h="229300">
                <a:tc>
                  <a:txBody>
                    <a:bodyPr/>
                    <a:lstStyle/>
                    <a:p>
                      <a:pPr algn="r" fontAlgn="b"/>
                      <a:r>
                        <a:rPr lang="en-GB" sz="1200" b="0" i="0" u="none" strike="noStrike">
                          <a:solidFill>
                            <a:srgbClr val="000000"/>
                          </a:solidFill>
                          <a:effectLst/>
                          <a:latin typeface="+mn-lt"/>
                        </a:rPr>
                        <a:t>19</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Introduction, Markets, Developments</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Transmission Media</a:t>
                      </a:r>
                    </a:p>
                  </a:txBody>
                  <a:tcPr marL="8170" marR="8170" marT="8170" marB="0" anchor="b">
                    <a:lnL>
                      <a:noFill/>
                    </a:lnL>
                    <a:lnR>
                      <a:noFill/>
                    </a:lnR>
                    <a:lnT>
                      <a:noFill/>
                    </a:lnT>
                    <a:lnB>
                      <a:noFill/>
                    </a:lnB>
                    <a:solidFill>
                      <a:srgbClr val="D9E1F2"/>
                    </a:solidFill>
                  </a:tcPr>
                </a:tc>
                <a:extLst>
                  <a:ext uri="{0D108BD9-81ED-4DB2-BD59-A6C34878D82A}">
                    <a16:rowId xmlns:a16="http://schemas.microsoft.com/office/drawing/2014/main" val="2681362214"/>
                  </a:ext>
                </a:extLst>
              </a:tr>
              <a:tr h="229300">
                <a:tc>
                  <a:txBody>
                    <a:bodyPr/>
                    <a:lstStyle/>
                    <a:p>
                      <a:pPr algn="r" fontAlgn="b"/>
                      <a:r>
                        <a:rPr lang="en-GB" sz="1200" b="0" i="0" u="none" strike="noStrike">
                          <a:solidFill>
                            <a:srgbClr val="000000"/>
                          </a:solidFill>
                          <a:effectLst/>
                          <a:latin typeface="+mn-lt"/>
                        </a:rPr>
                        <a:t>19</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Electrics, Shielding, Connectors</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1 - Freq, wavelength, period, bandwidth</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1240246201"/>
                  </a:ext>
                </a:extLst>
              </a:tr>
              <a:tr h="229300">
                <a:tc>
                  <a:txBody>
                    <a:bodyPr/>
                    <a:lstStyle/>
                    <a:p>
                      <a:pPr algn="r" fontAlgn="b"/>
                      <a:r>
                        <a:rPr lang="en-GB" sz="1200" b="0" i="0" u="none" strike="noStrike">
                          <a:solidFill>
                            <a:srgbClr val="000000"/>
                          </a:solidFill>
                          <a:effectLst/>
                          <a:latin typeface="+mn-lt"/>
                        </a:rPr>
                        <a:t>20</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Signals</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2 - cables, conductors</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245236788"/>
                  </a:ext>
                </a:extLst>
              </a:tr>
              <a:tr h="229300">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744208282"/>
                  </a:ext>
                </a:extLst>
              </a:tr>
              <a:tr h="229300">
                <a:tc>
                  <a:txBody>
                    <a:bodyPr/>
                    <a:lstStyle/>
                    <a:p>
                      <a:pPr algn="l" fontAlgn="b"/>
                      <a:r>
                        <a:rPr lang="en-GB" sz="1200" b="0" i="0" u="none" strike="noStrike">
                          <a:solidFill>
                            <a:srgbClr val="000000"/>
                          </a:solidFill>
                          <a:effectLst/>
                          <a:latin typeface="+mn-lt"/>
                        </a:rPr>
                        <a:t>MAY</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2864701417"/>
                  </a:ext>
                </a:extLst>
              </a:tr>
              <a:tr h="229300">
                <a:tc>
                  <a:txBody>
                    <a:bodyPr/>
                    <a:lstStyle/>
                    <a:p>
                      <a:pPr algn="r" fontAlgn="b"/>
                      <a:r>
                        <a:rPr lang="en-GB" sz="1200" b="0" i="0" u="none" strike="noStrike">
                          <a:solidFill>
                            <a:srgbClr val="000000"/>
                          </a:solidFill>
                          <a:effectLst/>
                          <a:latin typeface="+mn-lt"/>
                        </a:rPr>
                        <a:t>6</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Modulation, Multiplexing</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3 - Signals, Transmission</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3612392046"/>
                  </a:ext>
                </a:extLst>
              </a:tr>
              <a:tr h="229300">
                <a:tc>
                  <a:txBody>
                    <a:bodyPr/>
                    <a:lstStyle/>
                    <a:p>
                      <a:pPr algn="r" fontAlgn="b"/>
                      <a:r>
                        <a:rPr lang="en-GB" sz="1200" b="0" i="0" u="none" strike="noStrike">
                          <a:solidFill>
                            <a:srgbClr val="000000"/>
                          </a:solidFill>
                          <a:effectLst/>
                          <a:latin typeface="+mn-lt"/>
                        </a:rPr>
                        <a:t>6</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The Legacy of Analogue</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Lighting and Control</a:t>
                      </a:r>
                    </a:p>
                  </a:txBody>
                  <a:tcPr marL="8170" marR="8170" marT="8170" marB="0" anchor="b">
                    <a:lnL>
                      <a:noFill/>
                    </a:lnL>
                    <a:lnR>
                      <a:noFill/>
                    </a:lnR>
                    <a:lnT>
                      <a:noFill/>
                    </a:lnT>
                    <a:lnB>
                      <a:noFill/>
                    </a:lnB>
                    <a:solidFill>
                      <a:srgbClr val="D9E1F2"/>
                    </a:solidFill>
                  </a:tcPr>
                </a:tc>
                <a:extLst>
                  <a:ext uri="{0D108BD9-81ED-4DB2-BD59-A6C34878D82A}">
                    <a16:rowId xmlns:a16="http://schemas.microsoft.com/office/drawing/2014/main" val="1624838470"/>
                  </a:ext>
                </a:extLst>
              </a:tr>
              <a:tr h="229300">
                <a:tc>
                  <a:txBody>
                    <a:bodyPr/>
                    <a:lstStyle/>
                    <a:p>
                      <a:pPr algn="r" fontAlgn="b"/>
                      <a:r>
                        <a:rPr lang="en-GB" sz="1200" b="0" i="0" u="none" strike="noStrike">
                          <a:solidFill>
                            <a:srgbClr val="000000"/>
                          </a:solidFill>
                          <a:effectLst/>
                          <a:latin typeface="+mn-lt"/>
                        </a:rPr>
                        <a:t>7</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TV Standards, Colour Space </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4 - Modulation</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2675957888"/>
                  </a:ext>
                </a:extLst>
              </a:tr>
              <a:tr h="229300">
                <a:tc>
                  <a:txBody>
                    <a:bodyPr/>
                    <a:lstStyle/>
                    <a:p>
                      <a:pPr algn="r" fontAlgn="b"/>
                      <a:r>
                        <a:rPr lang="en-GB" sz="1200" b="0" i="0" u="none" strike="noStrike">
                          <a:solidFill>
                            <a:srgbClr val="000000"/>
                          </a:solidFill>
                          <a:effectLst/>
                          <a:latin typeface="+mn-lt"/>
                        </a:rPr>
                        <a:t>17</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 MD</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Video Signals, Measurements</a:t>
                      </a:r>
                    </a:p>
                  </a:txBody>
                  <a:tcPr marL="8170" marR="8170" marT="8170" marB="0" anchor="b">
                    <a:lnL>
                      <a:noFill/>
                    </a:lnL>
                    <a:lnR>
                      <a:noFill/>
                    </a:lnR>
                    <a:lnT>
                      <a:noFill/>
                    </a:lnT>
                    <a:lnB>
                      <a:noFill/>
                    </a:lnB>
                    <a:solidFill>
                      <a:srgbClr val="B4C6E7"/>
                    </a:solidFill>
                  </a:tcPr>
                </a:tc>
                <a:tc>
                  <a:txBody>
                    <a:bodyPr/>
                    <a:lstStyle/>
                    <a:p>
                      <a:pPr algn="l" fontAlgn="b"/>
                      <a:r>
                        <a:rPr lang="en-GB" sz="1200" b="0" i="0" u="none" strike="noStrike">
                          <a:solidFill>
                            <a:srgbClr val="000000"/>
                          </a:solidFill>
                          <a:effectLst/>
                          <a:latin typeface="+mn-lt"/>
                        </a:rPr>
                        <a:t> </a:t>
                      </a:r>
                    </a:p>
                  </a:txBody>
                  <a:tcPr marL="8170" marR="8170" marT="8170" marB="0" anchor="b">
                    <a:lnL>
                      <a:noFill/>
                    </a:lnL>
                    <a:lnR>
                      <a:noFill/>
                    </a:lnR>
                    <a:lnT>
                      <a:noFill/>
                    </a:lnT>
                    <a:lnB>
                      <a:noFill/>
                    </a:lnB>
                    <a:solidFill>
                      <a:srgbClr val="B4C6E7"/>
                    </a:solidFill>
                  </a:tcPr>
                </a:tc>
                <a:extLst>
                  <a:ext uri="{0D108BD9-81ED-4DB2-BD59-A6C34878D82A}">
                    <a16:rowId xmlns:a16="http://schemas.microsoft.com/office/drawing/2014/main" val="2669598040"/>
                  </a:ext>
                </a:extLst>
              </a:tr>
              <a:tr h="229300">
                <a:tc>
                  <a:txBody>
                    <a:bodyPr/>
                    <a:lstStyle/>
                    <a:p>
                      <a:pPr algn="r" fontAlgn="b"/>
                      <a:r>
                        <a:rPr lang="en-GB" sz="1200" b="0" i="0" u="none" strike="noStrike">
                          <a:solidFill>
                            <a:srgbClr val="000000"/>
                          </a:solidFill>
                          <a:effectLst/>
                          <a:latin typeface="+mn-lt"/>
                        </a:rPr>
                        <a:t>17</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 MD</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Video Signals, Measurements</a:t>
                      </a:r>
                    </a:p>
                  </a:txBody>
                  <a:tcPr marL="8170" marR="8170" marT="8170" marB="0" anchor="b">
                    <a:lnL>
                      <a:noFill/>
                    </a:lnL>
                    <a:lnR>
                      <a:noFill/>
                    </a:lnR>
                    <a:lnT>
                      <a:noFill/>
                    </a:lnT>
                    <a:lnB>
                      <a:noFill/>
                    </a:lnB>
                    <a:solidFill>
                      <a:srgbClr val="B4C6E7"/>
                    </a:solidFill>
                  </a:tcPr>
                </a:tc>
                <a:tc>
                  <a:txBody>
                    <a:bodyPr/>
                    <a:lstStyle/>
                    <a:p>
                      <a:pPr algn="l" fontAlgn="b"/>
                      <a:r>
                        <a:rPr lang="en-GB" sz="1200" b="0" i="0" u="none" strike="noStrike">
                          <a:solidFill>
                            <a:srgbClr val="000000"/>
                          </a:solidFill>
                          <a:effectLst/>
                          <a:latin typeface="+mn-lt"/>
                        </a:rPr>
                        <a:t> </a:t>
                      </a:r>
                    </a:p>
                  </a:txBody>
                  <a:tcPr marL="8170" marR="8170" marT="8170" marB="0" anchor="b">
                    <a:lnL>
                      <a:noFill/>
                    </a:lnL>
                    <a:lnR>
                      <a:noFill/>
                    </a:lnR>
                    <a:lnT>
                      <a:noFill/>
                    </a:lnT>
                    <a:lnB>
                      <a:noFill/>
                    </a:lnB>
                    <a:solidFill>
                      <a:srgbClr val="B4C6E7"/>
                    </a:solidFill>
                  </a:tcPr>
                </a:tc>
                <a:extLst>
                  <a:ext uri="{0D108BD9-81ED-4DB2-BD59-A6C34878D82A}">
                    <a16:rowId xmlns:a16="http://schemas.microsoft.com/office/drawing/2014/main" val="443565157"/>
                  </a:ext>
                </a:extLst>
              </a:tr>
              <a:tr h="229300">
                <a:tc>
                  <a:txBody>
                    <a:bodyPr/>
                    <a:lstStyle/>
                    <a:p>
                      <a:pPr algn="r" fontAlgn="b"/>
                      <a:r>
                        <a:rPr lang="en-GB" sz="1200" b="0" i="0" u="none" strike="noStrike">
                          <a:solidFill>
                            <a:srgbClr val="000000"/>
                          </a:solidFill>
                          <a:effectLst/>
                          <a:latin typeface="+mn-lt"/>
                        </a:rPr>
                        <a:t>20</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Gamma, OOTF, PQ</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5 - Signals 2</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36451870"/>
                  </a:ext>
                </a:extLst>
              </a:tr>
              <a:tr h="229300">
                <a:tc>
                  <a:txBody>
                    <a:bodyPr/>
                    <a:lstStyle/>
                    <a:p>
                      <a:pPr algn="r" fontAlgn="b"/>
                      <a:r>
                        <a:rPr lang="en-GB" sz="1200" b="0" i="0" u="none" strike="noStrike">
                          <a:solidFill>
                            <a:srgbClr val="000000"/>
                          </a:solidFill>
                          <a:effectLst/>
                          <a:latin typeface="+mn-lt"/>
                        </a:rPr>
                        <a:t>20</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1690085208"/>
                  </a:ext>
                </a:extLst>
              </a:tr>
              <a:tr h="229300">
                <a:tc>
                  <a:txBody>
                    <a:bodyPr/>
                    <a:lstStyle/>
                    <a:p>
                      <a:pPr algn="r" fontAlgn="b"/>
                      <a:r>
                        <a:rPr lang="en-GB" sz="1200" b="0" i="0" u="none" strike="noStrike">
                          <a:solidFill>
                            <a:srgbClr val="000000"/>
                          </a:solidFill>
                          <a:effectLst/>
                          <a:latin typeface="+mn-lt"/>
                        </a:rPr>
                        <a:t>21</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Group Presentations - preparation</a:t>
                      </a:r>
                    </a:p>
                  </a:txBody>
                  <a:tcPr marL="8170" marR="8170" marT="8170" marB="0" anchor="b">
                    <a:lnL>
                      <a:noFill/>
                    </a:lnL>
                    <a:lnR>
                      <a:noFill/>
                    </a:lnR>
                    <a:lnT>
                      <a:noFill/>
                    </a:lnT>
                    <a:lnB>
                      <a:noFill/>
                    </a:lnB>
                    <a:solidFill>
                      <a:srgbClr val="E2EFDA"/>
                    </a:solidFill>
                  </a:tcPr>
                </a:tc>
                <a:tc>
                  <a:txBody>
                    <a:bodyPr/>
                    <a:lstStyle/>
                    <a:p>
                      <a:pPr algn="l" fontAlgn="b"/>
                      <a:r>
                        <a:rPr lang="en-GB" sz="1200" b="0" i="0" u="none" strike="noStrike">
                          <a:solidFill>
                            <a:srgbClr val="000000"/>
                          </a:solidFill>
                          <a:effectLst/>
                          <a:latin typeface="+mn-lt"/>
                        </a:rPr>
                        <a:t> </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1721447894"/>
                  </a:ext>
                </a:extLst>
              </a:tr>
              <a:tr h="229300">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2997270972"/>
                  </a:ext>
                </a:extLst>
              </a:tr>
              <a:tr h="229300">
                <a:tc>
                  <a:txBody>
                    <a:bodyPr/>
                    <a:lstStyle/>
                    <a:p>
                      <a:pPr algn="l" fontAlgn="b"/>
                      <a:r>
                        <a:rPr lang="en-GB" sz="1200" b="0" i="0" u="none" strike="noStrike">
                          <a:solidFill>
                            <a:srgbClr val="000000"/>
                          </a:solidFill>
                          <a:effectLst/>
                          <a:latin typeface="+mn-lt"/>
                        </a:rPr>
                        <a:t>JUNE</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2535392165"/>
                  </a:ext>
                </a:extLst>
              </a:tr>
              <a:tr h="229300">
                <a:tc>
                  <a:txBody>
                    <a:bodyPr/>
                    <a:lstStyle/>
                    <a:p>
                      <a:pPr algn="r" fontAlgn="b"/>
                      <a:r>
                        <a:rPr lang="en-GB" sz="1200" b="0" i="0" u="none" strike="noStrike">
                          <a:solidFill>
                            <a:srgbClr val="000000"/>
                          </a:solidFill>
                          <a:effectLst/>
                          <a:latin typeface="+mn-lt"/>
                        </a:rPr>
                        <a:t>9</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Group Presentations - presentations</a:t>
                      </a:r>
                    </a:p>
                  </a:txBody>
                  <a:tcPr marL="8170" marR="8170" marT="8170" marB="0" anchor="b">
                    <a:lnL>
                      <a:noFill/>
                    </a:lnL>
                    <a:lnR>
                      <a:noFill/>
                    </a:lnR>
                    <a:lnT>
                      <a:noFill/>
                    </a:lnT>
                    <a:lnB>
                      <a:noFill/>
                    </a:lnB>
                    <a:solidFill>
                      <a:srgbClr val="E2EFDA"/>
                    </a:solidFill>
                  </a:tcPr>
                </a:tc>
                <a:tc>
                  <a:txBody>
                    <a:bodyPr/>
                    <a:lstStyle/>
                    <a:p>
                      <a:pPr algn="l" fontAlgn="b"/>
                      <a:r>
                        <a:rPr lang="en-GB" sz="1200" b="0" i="0" u="none" strike="noStrike">
                          <a:solidFill>
                            <a:srgbClr val="000000"/>
                          </a:solidFill>
                          <a:effectLst/>
                          <a:latin typeface="+mn-lt"/>
                        </a:rPr>
                        <a:t>Tutorial 6 - General Knowledge </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2746022693"/>
                  </a:ext>
                </a:extLst>
              </a:tr>
              <a:tr h="229300">
                <a:tc>
                  <a:txBody>
                    <a:bodyPr/>
                    <a:lstStyle/>
                    <a:p>
                      <a:pPr algn="r" fontAlgn="b"/>
                      <a:r>
                        <a:rPr lang="en-GB" sz="1200" b="0" i="0" u="none" strike="noStrike">
                          <a:solidFill>
                            <a:srgbClr val="000000"/>
                          </a:solidFill>
                          <a:effectLst/>
                          <a:latin typeface="+mn-lt"/>
                        </a:rPr>
                        <a:t>10</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Packet Media, Compression, Workflow and MPEG Systems</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7 - Video signal test</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2448454237"/>
                  </a:ext>
                </a:extLst>
              </a:tr>
              <a:tr h="229300">
                <a:tc>
                  <a:txBody>
                    <a:bodyPr/>
                    <a:lstStyle/>
                    <a:p>
                      <a:pPr algn="r" fontAlgn="b"/>
                      <a:r>
                        <a:rPr lang="en-GB" sz="1200" b="0" i="0" u="none" strike="noStrike">
                          <a:solidFill>
                            <a:srgbClr val="000000"/>
                          </a:solidFill>
                          <a:effectLst/>
                          <a:latin typeface="+mn-lt"/>
                        </a:rPr>
                        <a:t>10</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pm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Contribution and Distribution</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Tutorial 8 - Test questions</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3514167249"/>
                  </a:ext>
                </a:extLst>
              </a:tr>
              <a:tr h="229300">
                <a:tc>
                  <a:txBody>
                    <a:bodyPr/>
                    <a:lstStyle/>
                    <a:p>
                      <a:pPr algn="r" fontAlgn="b"/>
                      <a:r>
                        <a:rPr lang="en-GB" sz="1200" b="0" i="0" u="none" strike="noStrike">
                          <a:solidFill>
                            <a:srgbClr val="000000"/>
                          </a:solidFill>
                          <a:effectLst/>
                          <a:latin typeface="+mn-lt"/>
                        </a:rPr>
                        <a:t>11</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Broadcast Workflow</a:t>
                      </a:r>
                    </a:p>
                  </a:txBody>
                  <a:tcPr marL="8170" marR="8170" marT="8170" marB="0" anchor="b">
                    <a:lnL>
                      <a:noFill/>
                    </a:lnL>
                    <a:lnR>
                      <a:noFill/>
                    </a:lnR>
                    <a:lnT>
                      <a:noFill/>
                    </a:lnT>
                    <a:lnB>
                      <a:noFill/>
                    </a:lnB>
                    <a:solidFill>
                      <a:srgbClr val="D9E1F2"/>
                    </a:solidFill>
                  </a:tcPr>
                </a:tc>
                <a:tc>
                  <a:txBody>
                    <a:bodyPr/>
                    <a:lstStyle/>
                    <a:p>
                      <a:pPr algn="l" fontAlgn="b"/>
                      <a:r>
                        <a:rPr lang="en-GB" sz="1200" b="0" i="0" u="none" strike="noStrike">
                          <a:solidFill>
                            <a:srgbClr val="000000"/>
                          </a:solidFill>
                          <a:effectLst/>
                          <a:latin typeface="+mn-lt"/>
                        </a:rPr>
                        <a:t> </a:t>
                      </a:r>
                    </a:p>
                  </a:txBody>
                  <a:tcPr marL="8170" marR="8170" marT="8170" marB="0" anchor="b">
                    <a:lnL>
                      <a:noFill/>
                    </a:lnL>
                    <a:lnR>
                      <a:noFill/>
                    </a:lnR>
                    <a:lnT>
                      <a:noFill/>
                    </a:lnT>
                    <a:lnB>
                      <a:noFill/>
                    </a:lnB>
                    <a:solidFill>
                      <a:srgbClr val="E2EFDA"/>
                    </a:solidFill>
                  </a:tcPr>
                </a:tc>
                <a:extLst>
                  <a:ext uri="{0D108BD9-81ED-4DB2-BD59-A6C34878D82A}">
                    <a16:rowId xmlns:a16="http://schemas.microsoft.com/office/drawing/2014/main" val="2854349197"/>
                  </a:ext>
                </a:extLst>
              </a:tr>
              <a:tr h="229300">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tc>
                  <a:txBody>
                    <a:bodyPr/>
                    <a:lstStyle/>
                    <a:p>
                      <a:pPr algn="l" fontAlgn="b"/>
                      <a:endParaRPr lang="en-GB" sz="1200" b="0" i="0" u="none" strike="noStrike">
                        <a:solidFill>
                          <a:srgbClr val="000000"/>
                        </a:solidFill>
                        <a:effectLst/>
                        <a:latin typeface="+mn-lt"/>
                      </a:endParaRPr>
                    </a:p>
                  </a:txBody>
                  <a:tcPr marL="8170" marR="8170" marT="8170" marB="0" anchor="b">
                    <a:lnL>
                      <a:noFill/>
                    </a:lnL>
                    <a:lnR>
                      <a:noFill/>
                    </a:lnR>
                    <a:lnT>
                      <a:noFill/>
                    </a:lnT>
                    <a:lnB>
                      <a:noFill/>
                    </a:lnB>
                  </a:tcPr>
                </a:tc>
                <a:extLst>
                  <a:ext uri="{0D108BD9-81ED-4DB2-BD59-A6C34878D82A}">
                    <a16:rowId xmlns:a16="http://schemas.microsoft.com/office/drawing/2014/main" val="3940497585"/>
                  </a:ext>
                </a:extLst>
              </a:tr>
              <a:tr h="229300">
                <a:tc>
                  <a:txBody>
                    <a:bodyPr/>
                    <a:lstStyle/>
                    <a:p>
                      <a:pPr algn="r" fontAlgn="b"/>
                      <a:r>
                        <a:rPr lang="en-GB" sz="1200" b="0" i="0" u="none" strike="noStrike">
                          <a:solidFill>
                            <a:srgbClr val="000000"/>
                          </a:solidFill>
                          <a:effectLst/>
                          <a:latin typeface="+mn-lt"/>
                        </a:rPr>
                        <a:t>14</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am</a:t>
                      </a:r>
                    </a:p>
                  </a:txBody>
                  <a:tcPr marL="8170" marR="8170" marT="8170" marB="0" anchor="b">
                    <a:lnL>
                      <a:noFill/>
                    </a:lnL>
                    <a:lnR>
                      <a:noFill/>
                    </a:lnR>
                    <a:lnT>
                      <a:noFill/>
                    </a:lnT>
                    <a:lnB>
                      <a:noFill/>
                    </a:lnB>
                  </a:tcPr>
                </a:tc>
                <a:tc>
                  <a:txBody>
                    <a:bodyPr/>
                    <a:lstStyle/>
                    <a:p>
                      <a:pPr algn="l" fontAlgn="b"/>
                      <a:r>
                        <a:rPr lang="en-GB" sz="1200" b="0" i="0" u="none" strike="noStrike">
                          <a:solidFill>
                            <a:srgbClr val="000000"/>
                          </a:solidFill>
                          <a:effectLst/>
                          <a:latin typeface="+mn-lt"/>
                        </a:rPr>
                        <a:t>exam</a:t>
                      </a:r>
                    </a:p>
                  </a:txBody>
                  <a:tcPr marL="8170" marR="8170" marT="8170" marB="0" anchor="b">
                    <a:lnL>
                      <a:noFill/>
                    </a:lnL>
                    <a:lnR>
                      <a:noFill/>
                    </a:lnR>
                    <a:lnT>
                      <a:noFill/>
                    </a:lnT>
                    <a:lnB>
                      <a:noFill/>
                    </a:lnB>
                  </a:tcPr>
                </a:tc>
                <a:tc>
                  <a:txBody>
                    <a:bodyPr/>
                    <a:lstStyle/>
                    <a:p>
                      <a:pPr algn="l" fontAlgn="b"/>
                      <a:r>
                        <a:rPr lang="en-GB" sz="1200" b="1" i="0" u="none" strike="noStrike">
                          <a:solidFill>
                            <a:srgbClr val="000000"/>
                          </a:solidFill>
                          <a:effectLst/>
                          <a:latin typeface="+mn-lt"/>
                        </a:rPr>
                        <a:t>Submission online Thursday 14</a:t>
                      </a:r>
                      <a:r>
                        <a:rPr lang="en-GB" sz="1200" b="1" i="0" u="none" strike="noStrike" baseline="30000">
                          <a:solidFill>
                            <a:srgbClr val="000000"/>
                          </a:solidFill>
                          <a:effectLst/>
                          <a:latin typeface="+mn-lt"/>
                        </a:rPr>
                        <a:t>th</a:t>
                      </a:r>
                      <a:r>
                        <a:rPr lang="en-GB" sz="1200" b="1" i="0" u="none" strike="noStrike">
                          <a:solidFill>
                            <a:srgbClr val="000000"/>
                          </a:solidFill>
                          <a:effectLst/>
                          <a:latin typeface="+mn-lt"/>
                        </a:rPr>
                        <a:t>,12 noon </a:t>
                      </a:r>
                    </a:p>
                  </a:txBody>
                  <a:tcPr marL="8170" marR="8170" marT="8170" marB="0" anchor="b">
                    <a:lnL>
                      <a:noFill/>
                    </a:lnL>
                    <a:lnR>
                      <a:noFill/>
                    </a:lnR>
                    <a:lnT>
                      <a:noFill/>
                    </a:lnT>
                    <a:lnB>
                      <a:noFill/>
                    </a:lnB>
                    <a:solidFill>
                      <a:srgbClr val="FFF2CC"/>
                    </a:solidFill>
                  </a:tcPr>
                </a:tc>
                <a:tc>
                  <a:txBody>
                    <a:bodyPr/>
                    <a:lstStyle/>
                    <a:p>
                      <a:pPr algn="l" fontAlgn="b"/>
                      <a:r>
                        <a:rPr lang="en-GB" sz="1200" b="0" i="0" u="none" strike="noStrike">
                          <a:solidFill>
                            <a:srgbClr val="000000"/>
                          </a:solidFill>
                          <a:effectLst/>
                          <a:latin typeface="+mn-lt"/>
                        </a:rPr>
                        <a:t> </a:t>
                      </a:r>
                    </a:p>
                  </a:txBody>
                  <a:tcPr marL="8170" marR="8170" marT="8170" marB="0" anchor="b">
                    <a:lnL>
                      <a:noFill/>
                    </a:lnL>
                    <a:lnR>
                      <a:noFill/>
                    </a:lnR>
                    <a:lnT>
                      <a:noFill/>
                    </a:lnT>
                    <a:lnB>
                      <a:noFill/>
                    </a:lnB>
                    <a:solidFill>
                      <a:srgbClr val="FFF2CC"/>
                    </a:solidFill>
                  </a:tcPr>
                </a:tc>
                <a:extLst>
                  <a:ext uri="{0D108BD9-81ED-4DB2-BD59-A6C34878D82A}">
                    <a16:rowId xmlns:a16="http://schemas.microsoft.com/office/drawing/2014/main" val="177544278"/>
                  </a:ext>
                </a:extLst>
              </a:tr>
            </a:tbl>
          </a:graphicData>
        </a:graphic>
      </p:graphicFrame>
    </p:spTree>
    <p:extLst>
      <p:ext uri="{BB962C8B-B14F-4D97-AF65-F5344CB8AC3E}">
        <p14:creationId xmlns:p14="http://schemas.microsoft.com/office/powerpoint/2010/main" val="29476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F41D70-66A1-4FBA-A6BB-7A6CCC502FF1}"/>
              </a:ext>
            </a:extLst>
          </p:cNvPr>
          <p:cNvSpPr txBox="1"/>
          <p:nvPr/>
        </p:nvSpPr>
        <p:spPr>
          <a:xfrm>
            <a:off x="395288" y="326483"/>
            <a:ext cx="1962397" cy="461665"/>
          </a:xfrm>
          <a:prstGeom prst="rect">
            <a:avLst/>
          </a:prstGeom>
          <a:noFill/>
        </p:spPr>
        <p:txBody>
          <a:bodyPr wrap="none" rtlCol="0">
            <a:spAutoFit/>
          </a:bodyPr>
          <a:lstStyle/>
          <a:p>
            <a:r>
              <a:rPr lang="en-GB" sz="2400" b="1">
                <a:latin typeface="Lucida Sans Unicode" pitchFamily="34" charset="0"/>
              </a:rPr>
              <a:t>Assessment</a:t>
            </a:r>
          </a:p>
        </p:txBody>
      </p:sp>
      <p:graphicFrame>
        <p:nvGraphicFramePr>
          <p:cNvPr id="5" name="Table 4">
            <a:extLst>
              <a:ext uri="{FF2B5EF4-FFF2-40B4-BE49-F238E27FC236}">
                <a16:creationId xmlns:a16="http://schemas.microsoft.com/office/drawing/2014/main" id="{AE2E5C20-8A8C-47D1-ACA3-D2F2C5883623}"/>
              </a:ext>
            </a:extLst>
          </p:cNvPr>
          <p:cNvGraphicFramePr>
            <a:graphicFrameLocks noGrp="1"/>
          </p:cNvGraphicFramePr>
          <p:nvPr>
            <p:extLst>
              <p:ext uri="{D42A27DB-BD31-4B8C-83A1-F6EECF244321}">
                <p14:modId xmlns:p14="http://schemas.microsoft.com/office/powerpoint/2010/main" val="602521884"/>
              </p:ext>
            </p:extLst>
          </p:nvPr>
        </p:nvGraphicFramePr>
        <p:xfrm>
          <a:off x="395288" y="973614"/>
          <a:ext cx="8215312" cy="2479040"/>
        </p:xfrm>
        <a:graphic>
          <a:graphicData uri="http://schemas.openxmlformats.org/drawingml/2006/table">
            <a:tbl>
              <a:tblPr/>
              <a:tblGrid>
                <a:gridCol w="2476406">
                  <a:extLst>
                    <a:ext uri="{9D8B030D-6E8A-4147-A177-3AD203B41FA5}">
                      <a16:colId xmlns:a16="http://schemas.microsoft.com/office/drawing/2014/main" val="3218888160"/>
                    </a:ext>
                  </a:extLst>
                </a:gridCol>
                <a:gridCol w="5738906">
                  <a:extLst>
                    <a:ext uri="{9D8B030D-6E8A-4147-A177-3AD203B41FA5}">
                      <a16:colId xmlns:a16="http://schemas.microsoft.com/office/drawing/2014/main" val="2601959740"/>
                    </a:ext>
                  </a:extLst>
                </a:gridCol>
              </a:tblGrid>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Duration (+ read time):</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a:effectLst/>
                          <a:latin typeface="Arial" panose="020B0604020202020204" pitchFamily="34" charset="0"/>
                          <a:ea typeface="Times New Roman" panose="02020603050405020304" pitchFamily="18" charset="0"/>
                        </a:rPr>
                        <a:t>Time allowed for the assignment: 3 days (75 hours to hand-in deadline)</a:t>
                      </a:r>
                      <a:endParaRPr lang="en-GB" sz="1200">
                        <a:effectLst/>
                        <a:latin typeface="Times New Roman" panose="02020603050405020304" pitchFamily="18" charset="0"/>
                        <a:ea typeface="Times New Roman" panose="02020603050405020304" pitchFamily="18" charset="0"/>
                      </a:endParaRPr>
                    </a:p>
                    <a:p>
                      <a:pPr>
                        <a:spcBef>
                          <a:spcPts val="500"/>
                        </a:spcBef>
                        <a:tabLst>
                          <a:tab pos="270510" algn="l"/>
                          <a:tab pos="450215" algn="l"/>
                          <a:tab pos="630555" algn="l"/>
                          <a:tab pos="810260" algn="l"/>
                          <a:tab pos="990600" algn="l"/>
                          <a:tab pos="1170305" algn="l"/>
                          <a:tab pos="1350645" algn="l"/>
                        </a:tabLst>
                      </a:pPr>
                      <a:r>
                        <a:rPr lang="en-GB" sz="1200">
                          <a:effectLst/>
                          <a:latin typeface="Arial" panose="020B0604020202020204" pitchFamily="34" charset="0"/>
                          <a:ea typeface="Times New Roman" panose="02020603050405020304" pitchFamily="18" charset="0"/>
                        </a:rPr>
                        <a:t>The nominal time expected for the assessment work is approximately 10 hours</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8432295"/>
                  </a:ext>
                </a:extLst>
              </a:tr>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Word Count</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a:effectLst/>
                          <a:latin typeface="Arial" panose="020B0604020202020204" pitchFamily="34" charset="0"/>
                          <a:ea typeface="Times New Roman" panose="02020603050405020304" pitchFamily="18" charset="0"/>
                        </a:rPr>
                        <a:t>3000 (excluding tables, illustrations and references)</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4198642"/>
                  </a:ext>
                </a:extLst>
              </a:tr>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Total number of questions:</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i="1">
                          <a:effectLst/>
                          <a:latin typeface="Arial" panose="020B0604020202020204" pitchFamily="34" charset="0"/>
                          <a:ea typeface="Times New Roman" panose="02020603050405020304" pitchFamily="18" charset="0"/>
                        </a:rPr>
                        <a:t>One question</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1438173"/>
                  </a:ext>
                </a:extLst>
              </a:tr>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Marks:</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i="1">
                          <a:effectLst/>
                          <a:latin typeface="Arial" panose="020B0604020202020204" pitchFamily="34" charset="0"/>
                          <a:ea typeface="Times New Roman" panose="02020603050405020304" pitchFamily="18" charset="0"/>
                        </a:rPr>
                        <a:t>100 marks total</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089145"/>
                  </a:ext>
                </a:extLst>
              </a:tr>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What will be provided by the examiner:</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a:effectLst/>
                          <a:latin typeface="Arial" panose="020B0604020202020204" pitchFamily="34" charset="0"/>
                          <a:ea typeface="Times New Roman" panose="02020603050405020304" pitchFamily="18" charset="0"/>
                        </a:rPr>
                        <a:t>The exam is open-book</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6411574"/>
                  </a:ext>
                </a:extLst>
              </a:tr>
              <a:tr h="306070">
                <a:tc>
                  <a:txBody>
                    <a:bodyPr/>
                    <a:lstStyle/>
                    <a:p>
                      <a:pPr>
                        <a:spcBef>
                          <a:spcPts val="500"/>
                        </a:spcBef>
                        <a:tabLst>
                          <a:tab pos="270510" algn="l"/>
                          <a:tab pos="450215" algn="l"/>
                          <a:tab pos="630555" algn="l"/>
                          <a:tab pos="810260" algn="l"/>
                          <a:tab pos="990600" algn="l"/>
                          <a:tab pos="1170305" algn="l"/>
                          <a:tab pos="1350645" algn="l"/>
                        </a:tabLst>
                      </a:pPr>
                      <a:r>
                        <a:rPr lang="en-GB" sz="1200" b="1">
                          <a:effectLst/>
                          <a:latin typeface="Arial" panose="020B0604020202020204" pitchFamily="34" charset="0"/>
                          <a:ea typeface="Times New Roman" panose="02020603050405020304" pitchFamily="18" charset="0"/>
                        </a:rPr>
                        <a:t>Non-standard items that candidates may bring in to the exam room:</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500"/>
                        </a:spcBef>
                        <a:tabLst>
                          <a:tab pos="270510" algn="l"/>
                          <a:tab pos="450215" algn="l"/>
                          <a:tab pos="630555" algn="l"/>
                          <a:tab pos="810260" algn="l"/>
                          <a:tab pos="990600" algn="l"/>
                          <a:tab pos="1170305" algn="l"/>
                          <a:tab pos="1350645" algn="l"/>
                        </a:tabLst>
                      </a:pPr>
                      <a:r>
                        <a:rPr lang="en-GB" sz="1200" i="1">
                          <a:effectLst/>
                          <a:latin typeface="Arial" panose="020B0604020202020204" pitchFamily="34" charset="0"/>
                          <a:ea typeface="Times New Roman" panose="02020603050405020304" pitchFamily="18" charset="0"/>
                        </a:rPr>
                        <a:t>n/a</a:t>
                      </a:r>
                      <a:endParaRPr lang="en-GB" sz="1200">
                        <a:effectLst/>
                        <a:latin typeface="Times New Roman" panose="02020603050405020304" pitchFamily="18" charset="0"/>
                        <a:ea typeface="Times New Roman" panose="02020603050405020304" pitchFamily="18" charset="0"/>
                      </a:endParaRPr>
                    </a:p>
                  </a:txBody>
                  <a:tcPr marL="68580" marR="68580" marT="36195" marB="3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529214"/>
                  </a:ext>
                </a:extLst>
              </a:tr>
            </a:tbl>
          </a:graphicData>
        </a:graphic>
      </p:graphicFrame>
      <p:sp>
        <p:nvSpPr>
          <p:cNvPr id="7" name="TextBox 6">
            <a:extLst>
              <a:ext uri="{FF2B5EF4-FFF2-40B4-BE49-F238E27FC236}">
                <a16:creationId xmlns:a16="http://schemas.microsoft.com/office/drawing/2014/main" id="{4B2705B9-4F5E-4FAE-BF15-5EA5B56BDD56}"/>
              </a:ext>
            </a:extLst>
          </p:cNvPr>
          <p:cNvSpPr txBox="1"/>
          <p:nvPr/>
        </p:nvSpPr>
        <p:spPr>
          <a:xfrm>
            <a:off x="395287" y="3743442"/>
            <a:ext cx="8215311" cy="648896"/>
          </a:xfrm>
          <a:prstGeom prst="rect">
            <a:avLst/>
          </a:prstGeom>
          <a:noFill/>
        </p:spPr>
        <p:txBody>
          <a:bodyPr wrap="square">
            <a:spAutoFit/>
          </a:bodyPr>
          <a:lstStyle/>
          <a:p>
            <a:pPr>
              <a:spcBef>
                <a:spcPts val="500"/>
              </a:spcBef>
              <a:tabLst>
                <a:tab pos="270510" algn="l"/>
                <a:tab pos="450215" algn="l"/>
                <a:tab pos="630555" algn="l"/>
                <a:tab pos="810260" algn="l"/>
                <a:tab pos="990600" algn="l"/>
                <a:tab pos="1170305" algn="l"/>
                <a:tab pos="1350645" algn="l"/>
              </a:tabLst>
            </a:pPr>
            <a:r>
              <a:rPr lang="en-GB" sz="1600" b="1">
                <a:effectLst/>
                <a:latin typeface="Arial" panose="020B0604020202020204" pitchFamily="34" charset="0"/>
                <a:ea typeface="Times New Roman" panose="02020603050405020304" pitchFamily="18" charset="0"/>
              </a:rPr>
              <a:t>Assignment: </a:t>
            </a:r>
            <a:endParaRPr lang="en-GB" sz="1600">
              <a:effectLst/>
              <a:latin typeface="Times New Roman" panose="02020603050405020304" pitchFamily="18" charset="0"/>
              <a:ea typeface="Times New Roman" panose="02020603050405020304" pitchFamily="18" charset="0"/>
            </a:endParaRPr>
          </a:p>
          <a:p>
            <a:pPr>
              <a:spcBef>
                <a:spcPts val="500"/>
              </a:spcBef>
              <a:tabLst>
                <a:tab pos="270510" algn="l"/>
                <a:tab pos="450215" algn="l"/>
                <a:tab pos="630555" algn="l"/>
                <a:tab pos="810260" algn="l"/>
                <a:tab pos="990600" algn="l"/>
                <a:tab pos="1170305" algn="l"/>
                <a:tab pos="1350645" algn="l"/>
              </a:tabLst>
            </a:pPr>
            <a:r>
              <a:rPr lang="en-GB" sz="1600">
                <a:effectLst/>
                <a:latin typeface="Arial" panose="020B0604020202020204" pitchFamily="34" charset="0"/>
                <a:ea typeface="Times New Roman" panose="02020603050405020304" pitchFamily="18" charset="0"/>
              </a:rPr>
              <a:t>You are to research and present a report on the subject given on the exam paper </a:t>
            </a:r>
            <a:endParaRPr lang="en-GB" sz="16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12051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29C07F6-B88C-471B-9502-EDFDDF4F2E98}"/>
              </a:ext>
            </a:extLst>
          </p:cNvPr>
          <p:cNvGraphicFramePr>
            <a:graphicFrameLocks noGrp="1"/>
          </p:cNvGraphicFramePr>
          <p:nvPr>
            <p:extLst>
              <p:ext uri="{D42A27DB-BD31-4B8C-83A1-F6EECF244321}">
                <p14:modId xmlns:p14="http://schemas.microsoft.com/office/powerpoint/2010/main" val="158948090"/>
              </p:ext>
            </p:extLst>
          </p:nvPr>
        </p:nvGraphicFramePr>
        <p:xfrm>
          <a:off x="501661" y="823057"/>
          <a:ext cx="8280388" cy="5617096"/>
        </p:xfrm>
        <a:graphic>
          <a:graphicData uri="http://schemas.openxmlformats.org/drawingml/2006/table">
            <a:tbl>
              <a:tblPr firstRow="1" firstCol="1" lastRow="1" lastCol="1" bandRow="1" bandCol="1"/>
              <a:tblGrid>
                <a:gridCol w="1248119">
                  <a:extLst>
                    <a:ext uri="{9D8B030D-6E8A-4147-A177-3AD203B41FA5}">
                      <a16:colId xmlns:a16="http://schemas.microsoft.com/office/drawing/2014/main" val="27167712"/>
                    </a:ext>
                  </a:extLst>
                </a:gridCol>
                <a:gridCol w="2251295">
                  <a:extLst>
                    <a:ext uri="{9D8B030D-6E8A-4147-A177-3AD203B41FA5}">
                      <a16:colId xmlns:a16="http://schemas.microsoft.com/office/drawing/2014/main" val="3671049529"/>
                    </a:ext>
                  </a:extLst>
                </a:gridCol>
                <a:gridCol w="2426016">
                  <a:extLst>
                    <a:ext uri="{9D8B030D-6E8A-4147-A177-3AD203B41FA5}">
                      <a16:colId xmlns:a16="http://schemas.microsoft.com/office/drawing/2014/main" val="3636656890"/>
                    </a:ext>
                  </a:extLst>
                </a:gridCol>
                <a:gridCol w="2354958">
                  <a:extLst>
                    <a:ext uri="{9D8B030D-6E8A-4147-A177-3AD203B41FA5}">
                      <a16:colId xmlns:a16="http://schemas.microsoft.com/office/drawing/2014/main" val="3794282411"/>
                    </a:ext>
                  </a:extLst>
                </a:gridCol>
              </a:tblGrid>
              <a:tr h="721225">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Assessment</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Criteria: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1. </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Collect relevant information</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2. </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Demonstrate assimilation of information</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3. </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Written report</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4484448"/>
                  </a:ext>
                </a:extLst>
              </a:tr>
              <a:tr h="159760">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Weighting:</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30%</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40%</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30%</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3042223"/>
                  </a:ext>
                </a:extLst>
              </a:tr>
              <a:tr h="646364">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Grading Criteria</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0 – 29%</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Little evidence of relevant information</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No evidence of analysis.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Unacceptable in terms of style, language &amp; referencing. No bibliography. No diagrams.</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1577650"/>
                  </a:ext>
                </a:extLst>
              </a:tr>
              <a:tr h="674184">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30 – 39%</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Over-reliance on one source (e.g. a company’s web site, lecture slides, Wikipedia page or similar)</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Little evidence of analysis. Report reiterates  information gathered from minimal sources</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Major deficiencies in style and language. Questionable attribution of sources. Limited use of diagrams.</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9753998"/>
                  </a:ext>
                </a:extLst>
              </a:tr>
              <a:tr h="764867">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40 – 49%</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Some relevant research but lacking in extent and level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Weak analysis of information. Lacking any obvious consideration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Significant shortcomings in style and language.</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a:effectLst/>
                          <a:latin typeface="Arial" panose="020B0604020202020204" pitchFamily="34" charset="0"/>
                          <a:ea typeface="Times New Roman" panose="02020603050405020304" pitchFamily="18" charset="0"/>
                        </a:rPr>
                        <a:t>Attempts at attribution of sources.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2586579"/>
                  </a:ext>
                </a:extLst>
              </a:tr>
              <a:tr h="893766">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50 – 59%</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Broad research but not all relevant to the assignment brief</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a:effectLst/>
                          <a:latin typeface="Arial" panose="020B0604020202020204" pitchFamily="34" charset="0"/>
                          <a:ea typeface="Times New Roman" panose="02020603050405020304" pitchFamily="18" charset="0"/>
                        </a:rPr>
                        <a:t>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Generally competent analysis but lacking in any real depth</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Style and language generally clear. Some minor errors.  </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a:effectLst/>
                          <a:latin typeface="Arial" panose="020B0604020202020204" pitchFamily="34" charset="0"/>
                          <a:ea typeface="Times New Roman" panose="02020603050405020304" pitchFamily="18" charset="0"/>
                        </a:rPr>
                        <a:t>All sources referenced.  Relevant diagrams.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3200924"/>
                  </a:ext>
                </a:extLst>
              </a:tr>
              <a:tr h="893766">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60 – 69%</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b="1">
                          <a:effectLst/>
                          <a:latin typeface="Arial" panose="020B0604020202020204" pitchFamily="34" charset="0"/>
                          <a:ea typeface="Times New Roman" panose="02020603050405020304" pitchFamily="18" charset="0"/>
                        </a:rPr>
                        <a:t>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Wide ranging research, demonstrating methodological approach.</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Comprehensive analysis of data leading to logical conclusions</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No major shortcomings in style and language.</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a:effectLst/>
                          <a:latin typeface="Arial" panose="020B0604020202020204" pitchFamily="34" charset="0"/>
                          <a:ea typeface="Times New Roman" panose="02020603050405020304" pitchFamily="18" charset="0"/>
                        </a:rPr>
                        <a:t>Appropriate referencing. Well structured.  Good use of diagrams.</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3561844"/>
                  </a:ext>
                </a:extLst>
              </a:tr>
              <a:tr h="549751">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70 – 90 %</a:t>
                      </a:r>
                      <a:endParaRPr lang="en-GB" sz="1200">
                        <a:effectLst/>
                        <a:latin typeface="Times New Roman" panose="02020603050405020304" pitchFamily="18" charset="0"/>
                        <a:ea typeface="Times New Roman" panose="02020603050405020304" pitchFamily="18" charset="0"/>
                      </a:endParaRPr>
                    </a:p>
                    <a:p>
                      <a:pPr>
                        <a:lnSpc>
                          <a:spcPct val="107000"/>
                        </a:lnSpc>
                        <a:spcAft>
                          <a:spcPts val="1800"/>
                        </a:spcAft>
                      </a:pPr>
                      <a:r>
                        <a:rPr lang="en-GB" sz="1100">
                          <a:effectLst/>
                          <a:latin typeface="Arial" panose="020B0604020202020204" pitchFamily="34" charset="0"/>
                          <a:ea typeface="Times New Roman" panose="02020603050405020304" pitchFamily="18" charset="0"/>
                        </a:rPr>
                        <a:t>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Extensive research demonstrating breadth of information required.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Critical analysis of information demonstrating ability to crystallise key issues </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Clear, logical and error-free. Comprehensive bibliography. All sources appropriately referenced.</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2761837"/>
                  </a:ext>
                </a:extLst>
              </a:tr>
              <a:tr h="159760">
                <a:tc>
                  <a:txBody>
                    <a:bodyPr/>
                    <a:lstStyle/>
                    <a:p>
                      <a:pPr>
                        <a:lnSpc>
                          <a:spcPct val="107000"/>
                        </a:lnSpc>
                        <a:spcAft>
                          <a:spcPts val="1800"/>
                        </a:spcAft>
                      </a:pPr>
                      <a:r>
                        <a:rPr lang="en-GB" sz="1100" b="1">
                          <a:effectLst/>
                          <a:latin typeface="Arial" panose="020B0604020202020204" pitchFamily="34" charset="0"/>
                          <a:ea typeface="Times New Roman" panose="02020603050405020304" pitchFamily="18" charset="0"/>
                        </a:rPr>
                        <a:t>&gt;90%</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nSpc>
                          <a:spcPct val="107000"/>
                        </a:lnSpc>
                        <a:spcAft>
                          <a:spcPts val="1800"/>
                        </a:spcAft>
                      </a:pPr>
                      <a:r>
                        <a:rPr lang="en-GB" sz="1100">
                          <a:effectLst/>
                          <a:latin typeface="Arial" panose="020B0604020202020204" pitchFamily="34" charset="0"/>
                          <a:ea typeface="Times New Roman" panose="02020603050405020304" pitchFamily="18" charset="0"/>
                        </a:rPr>
                        <a:t>All criteria would near professional quality with clear application to the report</a:t>
                      </a:r>
                      <a:endParaRPr lang="en-GB" sz="1200">
                        <a:effectLst/>
                        <a:latin typeface="Times New Roman" panose="02020603050405020304" pitchFamily="18" charset="0"/>
                        <a:ea typeface="Times New Roman" panose="02020603050405020304" pitchFamily="18" charset="0"/>
                      </a:endParaRPr>
                    </a:p>
                  </a:txBody>
                  <a:tcPr marL="44381" marR="443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73206371"/>
                  </a:ext>
                </a:extLst>
              </a:tr>
            </a:tbl>
          </a:graphicData>
        </a:graphic>
      </p:graphicFrame>
      <p:sp>
        <p:nvSpPr>
          <p:cNvPr id="4" name="TextBox 3">
            <a:extLst>
              <a:ext uri="{FF2B5EF4-FFF2-40B4-BE49-F238E27FC236}">
                <a16:creationId xmlns:a16="http://schemas.microsoft.com/office/drawing/2014/main" id="{F2569FFD-D99A-4210-A720-6AFDC91629D5}"/>
              </a:ext>
            </a:extLst>
          </p:cNvPr>
          <p:cNvSpPr txBox="1"/>
          <p:nvPr/>
        </p:nvSpPr>
        <p:spPr>
          <a:xfrm>
            <a:off x="395288" y="326483"/>
            <a:ext cx="1962397" cy="461665"/>
          </a:xfrm>
          <a:prstGeom prst="rect">
            <a:avLst/>
          </a:prstGeom>
          <a:noFill/>
        </p:spPr>
        <p:txBody>
          <a:bodyPr wrap="none" rtlCol="0">
            <a:spAutoFit/>
          </a:bodyPr>
          <a:lstStyle/>
          <a:p>
            <a:r>
              <a:rPr lang="en-GB" sz="2400" b="1">
                <a:latin typeface="Lucida Sans Unicode" pitchFamily="34" charset="0"/>
              </a:rPr>
              <a:t>Assessment</a:t>
            </a:r>
          </a:p>
        </p:txBody>
      </p:sp>
    </p:spTree>
    <p:extLst>
      <p:ext uri="{BB962C8B-B14F-4D97-AF65-F5344CB8AC3E}">
        <p14:creationId xmlns:p14="http://schemas.microsoft.com/office/powerpoint/2010/main" val="2358432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3B55A4-1409-4C67-A162-C46B61DFA412}"/>
              </a:ext>
            </a:extLst>
          </p:cNvPr>
          <p:cNvPicPr>
            <a:picLocks noChangeAspect="1"/>
          </p:cNvPicPr>
          <p:nvPr/>
        </p:nvPicPr>
        <p:blipFill>
          <a:blip r:embed="rId2"/>
          <a:stretch>
            <a:fillRect/>
          </a:stretch>
        </p:blipFill>
        <p:spPr>
          <a:xfrm>
            <a:off x="395288" y="351030"/>
            <a:ext cx="6652466" cy="6183120"/>
          </a:xfrm>
          <a:prstGeom prst="rect">
            <a:avLst/>
          </a:prstGeom>
        </p:spPr>
      </p:pic>
      <p:sp>
        <p:nvSpPr>
          <p:cNvPr id="9" name="Speech Bubble: Rectangle with Corners Rounded 8">
            <a:extLst>
              <a:ext uri="{FF2B5EF4-FFF2-40B4-BE49-F238E27FC236}">
                <a16:creationId xmlns:a16="http://schemas.microsoft.com/office/drawing/2014/main" id="{46F8373D-2BFC-4D59-9052-22DD682CC44F}"/>
              </a:ext>
            </a:extLst>
          </p:cNvPr>
          <p:cNvSpPr/>
          <p:nvPr/>
        </p:nvSpPr>
        <p:spPr>
          <a:xfrm>
            <a:off x="3993529" y="782546"/>
            <a:ext cx="4770530" cy="2374125"/>
          </a:xfrm>
          <a:prstGeom prst="wedgeRoundRectCallout">
            <a:avLst>
              <a:gd name="adj1" fmla="val -73022"/>
              <a:gd name="adj2" fmla="val 72151"/>
              <a:gd name="adj3" fmla="val 16667"/>
            </a:avLst>
          </a:prstGeom>
          <a:solidFill>
            <a:srgbClr val="FFFF00"/>
          </a:solidFill>
          <a:ln>
            <a:solidFill>
              <a:schemeClr val="accent1"/>
            </a:solidFill>
          </a:ln>
        </p:spPr>
        <p:txBody>
          <a:bodyPr wrap="square" rtlCol="0" anchor="ctr">
            <a:spAutoFit/>
          </a:bodyPr>
          <a:lstStyle/>
          <a:p>
            <a:pPr>
              <a:lnSpc>
                <a:spcPts val="2300"/>
              </a:lnSpc>
            </a:pPr>
            <a:r>
              <a:rPr lang="en-GB" b="1" dirty="0">
                <a:latin typeface="Courier Std" panose="02070409020205020404" pitchFamily="49" charset="0"/>
              </a:rPr>
              <a:t>The BBC may not be sustainable in its current form, if it fails to regain younger audiences who are increasingly tuning out of its services, according to UK broadcast regulator Ofcom … </a:t>
            </a:r>
          </a:p>
        </p:txBody>
      </p:sp>
      <p:sp>
        <p:nvSpPr>
          <p:cNvPr id="13" name="Speech Bubble: Rectangle with Corners Rounded 12">
            <a:extLst>
              <a:ext uri="{FF2B5EF4-FFF2-40B4-BE49-F238E27FC236}">
                <a16:creationId xmlns:a16="http://schemas.microsoft.com/office/drawing/2014/main" id="{794A520E-7126-468D-AA96-566B49499590}"/>
              </a:ext>
            </a:extLst>
          </p:cNvPr>
          <p:cNvSpPr/>
          <p:nvPr/>
        </p:nvSpPr>
        <p:spPr>
          <a:xfrm>
            <a:off x="4166955" y="3293985"/>
            <a:ext cx="4771525" cy="3098721"/>
          </a:xfrm>
          <a:prstGeom prst="wedgeRoundRectCallout">
            <a:avLst>
              <a:gd name="adj1" fmla="val -75140"/>
              <a:gd name="adj2" fmla="val 32717"/>
              <a:gd name="adj3" fmla="val 16667"/>
            </a:avLst>
          </a:prstGeom>
          <a:solidFill>
            <a:srgbClr val="FFFF00"/>
          </a:solidFill>
          <a:ln>
            <a:solidFill>
              <a:schemeClr val="accent1"/>
            </a:solidFill>
          </a:ln>
        </p:spPr>
        <p:txBody>
          <a:bodyPr wrap="square" rtlCol="0" anchor="ctr">
            <a:spAutoFit/>
          </a:bodyPr>
          <a:lstStyle/>
          <a:p>
            <a:r>
              <a:rPr lang="en-GB" sz="1600" dirty="0">
                <a:latin typeface="Courier Std" panose="02070409020205020404" pitchFamily="49" charset="0"/>
              </a:rPr>
              <a:t>… like many broadcasters, the BBC is vulnerable to a rapidly changing media landscape.</a:t>
            </a:r>
          </a:p>
          <a:p>
            <a:endParaRPr lang="en-GB" sz="1600" dirty="0">
              <a:latin typeface="Courier Std" panose="02070409020205020404" pitchFamily="49" charset="0"/>
            </a:endParaRPr>
          </a:p>
          <a:p>
            <a:r>
              <a:rPr lang="en-GB" sz="1600" dirty="0">
                <a:latin typeface="Courier Std" panose="02070409020205020404" pitchFamily="49" charset="0"/>
              </a:rPr>
              <a:t>… acknowledged it is struggling to engage and retain younger audiences</a:t>
            </a:r>
          </a:p>
          <a:p>
            <a:endParaRPr lang="en-GB" sz="1600" dirty="0">
              <a:latin typeface="Courier Std" panose="02070409020205020404" pitchFamily="49" charset="0"/>
            </a:endParaRPr>
          </a:p>
          <a:p>
            <a:r>
              <a:rPr lang="en-GB" sz="1600" dirty="0">
                <a:latin typeface="Courier Std" panose="02070409020205020404" pitchFamily="49" charset="0"/>
              </a:rPr>
              <a:t>… working to address this </a:t>
            </a:r>
          </a:p>
          <a:p>
            <a:r>
              <a:rPr lang="en-GB" sz="1600" dirty="0">
                <a:latin typeface="Courier Std" panose="02070409020205020404" pitchFamily="49" charset="0"/>
              </a:rPr>
              <a:t>     … BBC Sounds </a:t>
            </a:r>
          </a:p>
          <a:p>
            <a:r>
              <a:rPr lang="en-GB" sz="1600" dirty="0">
                <a:latin typeface="Courier Std" panose="02070409020205020404" pitchFamily="49" charset="0"/>
              </a:rPr>
              <a:t>     … programmes available for  </a:t>
            </a:r>
          </a:p>
          <a:p>
            <a:r>
              <a:rPr lang="en-GB" sz="1600" dirty="0">
                <a:latin typeface="Courier Std" panose="02070409020205020404" pitchFamily="49" charset="0"/>
              </a:rPr>
              <a:t>        longer on Player</a:t>
            </a:r>
          </a:p>
        </p:txBody>
      </p:sp>
      <p:sp>
        <p:nvSpPr>
          <p:cNvPr id="14" name="Rectangle 13">
            <a:extLst>
              <a:ext uri="{FF2B5EF4-FFF2-40B4-BE49-F238E27FC236}">
                <a16:creationId xmlns:a16="http://schemas.microsoft.com/office/drawing/2014/main" id="{87A64770-F280-4E32-AFDE-F565D94F056F}"/>
              </a:ext>
            </a:extLst>
          </p:cNvPr>
          <p:cNvSpPr/>
          <p:nvPr/>
        </p:nvSpPr>
        <p:spPr>
          <a:xfrm>
            <a:off x="7118061" y="355047"/>
            <a:ext cx="2024746" cy="461665"/>
          </a:xfrm>
          <a:prstGeom prst="rect">
            <a:avLst/>
          </a:prstGeom>
          <a:solidFill>
            <a:schemeClr val="accent4">
              <a:lumMod val="20000"/>
              <a:lumOff val="80000"/>
            </a:schemeClr>
          </a:solidFill>
        </p:spPr>
        <p:txBody>
          <a:bodyPr wrap="square">
            <a:spAutoFit/>
          </a:bodyPr>
          <a:lstStyle/>
          <a:p>
            <a:r>
              <a:rPr lang="en-GB" sz="800" dirty="0">
                <a:hlinkClick r:id="rId3"/>
              </a:rPr>
              <a:t>https://advanced-television.com/2019/10/24/ofcom-bbc-risks-lost-generation/</a:t>
            </a:r>
            <a:r>
              <a:rPr lang="en-GB" sz="800" dirty="0"/>
              <a:t> </a:t>
            </a:r>
          </a:p>
        </p:txBody>
      </p:sp>
    </p:spTree>
    <p:extLst>
      <p:ext uri="{BB962C8B-B14F-4D97-AF65-F5344CB8AC3E}">
        <p14:creationId xmlns:p14="http://schemas.microsoft.com/office/powerpoint/2010/main" val="1927896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288" y="1777799"/>
            <a:ext cx="8434984" cy="4410490"/>
          </a:xfrm>
          <a:prstGeom prst="rect">
            <a:avLst/>
          </a:prstGeom>
        </p:spPr>
      </p:pic>
      <p:sp>
        <p:nvSpPr>
          <p:cNvPr id="5" name="TextBox 4"/>
          <p:cNvSpPr txBox="1"/>
          <p:nvPr/>
        </p:nvSpPr>
        <p:spPr>
          <a:xfrm>
            <a:off x="395288" y="326483"/>
            <a:ext cx="4916731" cy="461665"/>
          </a:xfrm>
          <a:prstGeom prst="rect">
            <a:avLst/>
          </a:prstGeom>
          <a:noFill/>
        </p:spPr>
        <p:txBody>
          <a:bodyPr wrap="none" rtlCol="0">
            <a:spAutoFit/>
          </a:bodyPr>
          <a:lstStyle/>
          <a:p>
            <a:r>
              <a:rPr lang="en-GB" sz="2400" b="1" dirty="0">
                <a:latin typeface="Lucida Sans Unicode" pitchFamily="34" charset="0"/>
              </a:rPr>
              <a:t>Open Digital Media Value Chain</a:t>
            </a:r>
          </a:p>
        </p:txBody>
      </p:sp>
      <p:sp>
        <p:nvSpPr>
          <p:cNvPr id="6" name="TextBox 5"/>
          <p:cNvSpPr txBox="1"/>
          <p:nvPr/>
        </p:nvSpPr>
        <p:spPr>
          <a:xfrm>
            <a:off x="4315384" y="6219310"/>
            <a:ext cx="4851008" cy="276999"/>
          </a:xfrm>
          <a:prstGeom prst="rect">
            <a:avLst/>
          </a:prstGeom>
          <a:noFill/>
        </p:spPr>
        <p:txBody>
          <a:bodyPr wrap="none" rtlCol="0">
            <a:spAutoFit/>
          </a:bodyPr>
          <a:lstStyle/>
          <a:p>
            <a:r>
              <a:rPr lang="en-GB" sz="1200" dirty="0">
                <a:latin typeface="Lucida Sans Unicode" pitchFamily="34" charset="0"/>
              </a:rPr>
              <a:t>Slide – Christian Timmerer, </a:t>
            </a:r>
            <a:r>
              <a:rPr lang="en-GB" sz="1200" dirty="0" err="1">
                <a:latin typeface="Lucida Sans Unicode" pitchFamily="34" charset="0"/>
              </a:rPr>
              <a:t>bitmovin</a:t>
            </a:r>
            <a:r>
              <a:rPr lang="en-GB" sz="1200" dirty="0">
                <a:latin typeface="Lucida Sans Unicode" pitchFamily="34" charset="0"/>
              </a:rPr>
              <a:t>, Alpen-Adria-</a:t>
            </a:r>
            <a:r>
              <a:rPr lang="en-GB" sz="1200" dirty="0" err="1">
                <a:latin typeface="Lucida Sans Unicode" pitchFamily="34" charset="0"/>
              </a:rPr>
              <a:t>Universität</a:t>
            </a:r>
            <a:endParaRPr lang="en-GB" sz="1200" dirty="0">
              <a:latin typeface="Lucida Sans Unicode" pitchFamily="34" charset="0"/>
            </a:endParaRPr>
          </a:p>
        </p:txBody>
      </p:sp>
      <p:sp>
        <p:nvSpPr>
          <p:cNvPr id="2" name="Arrow: Right 1">
            <a:extLst>
              <a:ext uri="{FF2B5EF4-FFF2-40B4-BE49-F238E27FC236}">
                <a16:creationId xmlns:a16="http://schemas.microsoft.com/office/drawing/2014/main" id="{84272CEC-55B2-40C9-AF5B-A243B0814C64}"/>
              </a:ext>
            </a:extLst>
          </p:cNvPr>
          <p:cNvSpPr/>
          <p:nvPr/>
        </p:nvSpPr>
        <p:spPr>
          <a:xfrm>
            <a:off x="597659" y="907279"/>
            <a:ext cx="4050450" cy="675075"/>
          </a:xfrm>
          <a:prstGeom prst="rightArrow">
            <a:avLst>
              <a:gd name="adj1" fmla="val 50000"/>
              <a:gd name="adj2" fmla="val 133092"/>
            </a:avLst>
          </a:prstGeom>
          <a:gradFill flip="none" rotWithShape="1">
            <a:gsLst>
              <a:gs pos="0">
                <a:schemeClr val="accent2">
                  <a:lumMod val="0"/>
                  <a:lumOff val="100000"/>
                </a:schemeClr>
              </a:gs>
              <a:gs pos="2000">
                <a:schemeClr val="accent2">
                  <a:lumMod val="0"/>
                  <a:lumOff val="100000"/>
                </a:schemeClr>
              </a:gs>
              <a:gs pos="100000">
                <a:schemeClr val="accent2">
                  <a:lumMod val="100000"/>
                </a:schemeClr>
              </a:gs>
            </a:gsLst>
            <a:path path="circle">
              <a:fillToRect r="100000" b="100000"/>
            </a:path>
            <a:tileRect l="-100000" t="-100000"/>
          </a:gradFill>
          <a:ln>
            <a:noFill/>
          </a:ln>
        </p:spPr>
        <p:txBody>
          <a:bodyPr wrap="square" rtlCol="0" anchor="ctr">
            <a:spAutoFit/>
          </a:bodyPr>
          <a:lstStyle/>
          <a:p>
            <a:pPr algn="ctr"/>
            <a:endParaRPr lang="en-GB" sz="1600" b="1" dirty="0"/>
          </a:p>
        </p:txBody>
      </p:sp>
      <p:sp>
        <p:nvSpPr>
          <p:cNvPr id="7" name="Arrow: Right 6">
            <a:extLst>
              <a:ext uri="{FF2B5EF4-FFF2-40B4-BE49-F238E27FC236}">
                <a16:creationId xmlns:a16="http://schemas.microsoft.com/office/drawing/2014/main" id="{677BEF26-54C4-4AD8-871A-BED1ED2DFD8B}"/>
              </a:ext>
            </a:extLst>
          </p:cNvPr>
          <p:cNvSpPr/>
          <p:nvPr/>
        </p:nvSpPr>
        <p:spPr>
          <a:xfrm>
            <a:off x="4707015" y="917905"/>
            <a:ext cx="4050450" cy="675075"/>
          </a:xfrm>
          <a:prstGeom prst="rightArrow">
            <a:avLst>
              <a:gd name="adj1" fmla="val 50000"/>
              <a:gd name="adj2" fmla="val 133092"/>
            </a:avLst>
          </a:prstGeom>
          <a:gradFill flip="none" rotWithShape="1">
            <a:gsLst>
              <a:gs pos="0">
                <a:schemeClr val="accent1">
                  <a:lumMod val="5000"/>
                  <a:lumOff val="95000"/>
                </a:schemeClr>
              </a:gs>
              <a:gs pos="91000">
                <a:schemeClr val="accent1"/>
              </a:gs>
            </a:gsLst>
            <a:lin ang="0" scaled="1"/>
            <a:tileRect/>
          </a:gradFill>
          <a:ln>
            <a:noFill/>
          </a:ln>
        </p:spPr>
        <p:txBody>
          <a:bodyPr wrap="square" rtlCol="0" anchor="ctr">
            <a:spAutoFit/>
          </a:bodyPr>
          <a:lstStyle/>
          <a:p>
            <a:pPr algn="ctr"/>
            <a:endParaRPr lang="en-GB" sz="1600" b="1" dirty="0"/>
          </a:p>
        </p:txBody>
      </p:sp>
      <p:sp>
        <p:nvSpPr>
          <p:cNvPr id="3" name="TextBox 2">
            <a:extLst>
              <a:ext uri="{FF2B5EF4-FFF2-40B4-BE49-F238E27FC236}">
                <a16:creationId xmlns:a16="http://schemas.microsoft.com/office/drawing/2014/main" id="{9E0DB0FB-FC26-4AAC-84B5-752989F0113E}"/>
              </a:ext>
            </a:extLst>
          </p:cNvPr>
          <p:cNvSpPr txBox="1"/>
          <p:nvPr/>
        </p:nvSpPr>
        <p:spPr>
          <a:xfrm>
            <a:off x="1464081" y="1125674"/>
            <a:ext cx="2160240" cy="276999"/>
          </a:xfrm>
          <a:prstGeom prst="rect">
            <a:avLst/>
          </a:prstGeom>
          <a:noFill/>
        </p:spPr>
        <p:txBody>
          <a:bodyPr wrap="square" rtlCol="0">
            <a:spAutoFit/>
          </a:bodyPr>
          <a:lstStyle/>
          <a:p>
            <a:r>
              <a:rPr lang="en-GB" sz="1200">
                <a:latin typeface="Lucida Sans Unicode" pitchFamily="34" charset="0"/>
              </a:rPr>
              <a:t>Contribution, production</a:t>
            </a:r>
            <a:endParaRPr lang="en-GB" sz="1200" dirty="0">
              <a:latin typeface="Lucida Sans Unicode" pitchFamily="34" charset="0"/>
            </a:endParaRPr>
          </a:p>
        </p:txBody>
      </p:sp>
      <p:sp>
        <p:nvSpPr>
          <p:cNvPr id="8" name="TextBox 7">
            <a:extLst>
              <a:ext uri="{FF2B5EF4-FFF2-40B4-BE49-F238E27FC236}">
                <a16:creationId xmlns:a16="http://schemas.microsoft.com/office/drawing/2014/main" id="{DEF0808C-395E-46B7-BCAE-8397CF6FC369}"/>
              </a:ext>
            </a:extLst>
          </p:cNvPr>
          <p:cNvSpPr txBox="1"/>
          <p:nvPr/>
        </p:nvSpPr>
        <p:spPr>
          <a:xfrm>
            <a:off x="5579359" y="1113459"/>
            <a:ext cx="2295255" cy="276999"/>
          </a:xfrm>
          <a:prstGeom prst="rect">
            <a:avLst/>
          </a:prstGeom>
          <a:noFill/>
        </p:spPr>
        <p:txBody>
          <a:bodyPr wrap="square" rtlCol="0">
            <a:spAutoFit/>
          </a:bodyPr>
          <a:lstStyle/>
          <a:p>
            <a:r>
              <a:rPr lang="en-GB" sz="1200">
                <a:latin typeface="Lucida Sans Unicode" pitchFamily="34" charset="0"/>
              </a:rPr>
              <a:t>Distribution, consumption</a:t>
            </a:r>
            <a:endParaRPr lang="en-GB" sz="1200" dirty="0">
              <a:latin typeface="Lucida Sans Unicode" pitchFamily="34" charset="0"/>
            </a:endParaRPr>
          </a:p>
        </p:txBody>
      </p:sp>
    </p:spTree>
    <p:extLst>
      <p:ext uri="{BB962C8B-B14F-4D97-AF65-F5344CB8AC3E}">
        <p14:creationId xmlns:p14="http://schemas.microsoft.com/office/powerpoint/2010/main" val="3710965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C5CDC3-0A4C-4842-8BD6-B67EEDEB65B6}"/>
              </a:ext>
            </a:extLst>
          </p:cNvPr>
          <p:cNvPicPr>
            <a:picLocks noChangeAspect="1"/>
          </p:cNvPicPr>
          <p:nvPr/>
        </p:nvPicPr>
        <p:blipFill>
          <a:blip r:embed="rId2"/>
          <a:stretch>
            <a:fillRect/>
          </a:stretch>
        </p:blipFill>
        <p:spPr>
          <a:xfrm>
            <a:off x="206515" y="1707559"/>
            <a:ext cx="5207309" cy="2722802"/>
          </a:xfrm>
          <a:prstGeom prst="rect">
            <a:avLst/>
          </a:prstGeom>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514C0303-858A-444C-ADB2-97ED426D4FC6}"/>
              </a:ext>
            </a:extLst>
          </p:cNvPr>
          <p:cNvPicPr>
            <a:picLocks noChangeAspect="1"/>
          </p:cNvPicPr>
          <p:nvPr/>
        </p:nvPicPr>
        <p:blipFill>
          <a:blip r:embed="rId2"/>
          <a:stretch>
            <a:fillRect/>
          </a:stretch>
        </p:blipFill>
        <p:spPr>
          <a:xfrm>
            <a:off x="4301970" y="4024362"/>
            <a:ext cx="4448960" cy="2326276"/>
          </a:xfrm>
          <a:prstGeom prst="rect">
            <a:avLst/>
          </a:prstGeom>
          <a:ln>
            <a:solidFill>
              <a:schemeClr val="tx2">
                <a:lumMod val="40000"/>
                <a:lumOff val="60000"/>
              </a:schemeClr>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B7C79C3B-F96E-4B0E-BDA1-200F404E3CA8}"/>
              </a:ext>
            </a:extLst>
          </p:cNvPr>
          <p:cNvSpPr txBox="1"/>
          <p:nvPr/>
        </p:nvSpPr>
        <p:spPr>
          <a:xfrm>
            <a:off x="395288" y="326483"/>
            <a:ext cx="4916731" cy="461665"/>
          </a:xfrm>
          <a:prstGeom prst="rect">
            <a:avLst/>
          </a:prstGeom>
          <a:noFill/>
        </p:spPr>
        <p:txBody>
          <a:bodyPr wrap="none" rtlCol="0">
            <a:spAutoFit/>
          </a:bodyPr>
          <a:lstStyle/>
          <a:p>
            <a:r>
              <a:rPr lang="en-GB" sz="2400" b="1" dirty="0">
                <a:latin typeface="Lucida Sans Unicode" pitchFamily="34" charset="0"/>
              </a:rPr>
              <a:t>Open Digital Media Value Chain</a:t>
            </a:r>
          </a:p>
        </p:txBody>
      </p:sp>
      <p:pic>
        <p:nvPicPr>
          <p:cNvPr id="6" name="Picture 5">
            <a:extLst>
              <a:ext uri="{FF2B5EF4-FFF2-40B4-BE49-F238E27FC236}">
                <a16:creationId xmlns:a16="http://schemas.microsoft.com/office/drawing/2014/main" id="{293EB275-8256-4680-AEFD-BACEF922D367}"/>
              </a:ext>
            </a:extLst>
          </p:cNvPr>
          <p:cNvPicPr>
            <a:picLocks noChangeAspect="1"/>
          </p:cNvPicPr>
          <p:nvPr/>
        </p:nvPicPr>
        <p:blipFill>
          <a:blip r:embed="rId2"/>
          <a:stretch>
            <a:fillRect/>
          </a:stretch>
        </p:blipFill>
        <p:spPr>
          <a:xfrm>
            <a:off x="4917162" y="788149"/>
            <a:ext cx="3911962" cy="2045490"/>
          </a:xfrm>
          <a:prstGeom prst="rect">
            <a:avLst/>
          </a:prstGeom>
          <a:solidFill>
            <a:schemeClr val="tx2">
              <a:lumMod val="40000"/>
              <a:lumOff val="60000"/>
            </a:schemeClr>
          </a:solidFill>
          <a:ln>
            <a:solidFill>
              <a:schemeClr val="tx2">
                <a:lumMod val="40000"/>
                <a:lumOff val="60000"/>
              </a:schemeClr>
            </a:solidFill>
          </a:ln>
          <a:effectLst>
            <a:outerShdw blurRad="50800" dist="38100" dir="2700000" algn="tl" rotWithShape="0">
              <a:prstClr val="black">
                <a:alpha val="40000"/>
              </a:prstClr>
            </a:outerShdw>
          </a:effectLst>
        </p:spPr>
      </p:pic>
      <p:sp>
        <p:nvSpPr>
          <p:cNvPr id="7" name="Arrow: Bent 6">
            <a:extLst>
              <a:ext uri="{FF2B5EF4-FFF2-40B4-BE49-F238E27FC236}">
                <a16:creationId xmlns:a16="http://schemas.microsoft.com/office/drawing/2014/main" id="{B1CAA88C-4EE4-42D4-9C9C-23A227574EF8}"/>
              </a:ext>
            </a:extLst>
          </p:cNvPr>
          <p:cNvSpPr/>
          <p:nvPr/>
        </p:nvSpPr>
        <p:spPr>
          <a:xfrm rot="5400000" flipH="1">
            <a:off x="4930812" y="2115113"/>
            <a:ext cx="1217590" cy="94510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8" name="Arrow: Bent 7">
            <a:extLst>
              <a:ext uri="{FF2B5EF4-FFF2-40B4-BE49-F238E27FC236}">
                <a16:creationId xmlns:a16="http://schemas.microsoft.com/office/drawing/2014/main" id="{F8774712-44CF-45C2-8C5E-F26161EEF0B7}"/>
              </a:ext>
            </a:extLst>
          </p:cNvPr>
          <p:cNvSpPr/>
          <p:nvPr/>
        </p:nvSpPr>
        <p:spPr>
          <a:xfrm rot="16200000" flipH="1" flipV="1">
            <a:off x="4538313" y="3537006"/>
            <a:ext cx="1809216" cy="94510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9" name="Arrow: Bent 8">
            <a:extLst>
              <a:ext uri="{FF2B5EF4-FFF2-40B4-BE49-F238E27FC236}">
                <a16:creationId xmlns:a16="http://schemas.microsoft.com/office/drawing/2014/main" id="{2F045FFD-64A2-4426-BD4F-2A3F75AD27FB}"/>
              </a:ext>
            </a:extLst>
          </p:cNvPr>
          <p:cNvSpPr/>
          <p:nvPr/>
        </p:nvSpPr>
        <p:spPr>
          <a:xfrm rot="5400000" flipH="1">
            <a:off x="8308186" y="1071546"/>
            <a:ext cx="885486" cy="68882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0" name="Arrow: Bent 9">
            <a:extLst>
              <a:ext uri="{FF2B5EF4-FFF2-40B4-BE49-F238E27FC236}">
                <a16:creationId xmlns:a16="http://schemas.microsoft.com/office/drawing/2014/main" id="{1C183B50-C8EA-48AA-872C-EA07EC36CB5E}"/>
              </a:ext>
            </a:extLst>
          </p:cNvPr>
          <p:cNvSpPr/>
          <p:nvPr/>
        </p:nvSpPr>
        <p:spPr>
          <a:xfrm rot="16200000" flipH="1" flipV="1">
            <a:off x="8035437" y="2090310"/>
            <a:ext cx="1217592" cy="700639"/>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1" name="Arrow: Bent 10">
            <a:extLst>
              <a:ext uri="{FF2B5EF4-FFF2-40B4-BE49-F238E27FC236}">
                <a16:creationId xmlns:a16="http://schemas.microsoft.com/office/drawing/2014/main" id="{0EB18FD0-3B64-4A60-A1A0-6F5EAF784784}"/>
              </a:ext>
            </a:extLst>
          </p:cNvPr>
          <p:cNvSpPr/>
          <p:nvPr/>
        </p:nvSpPr>
        <p:spPr>
          <a:xfrm rot="5400000" flipH="1">
            <a:off x="8308185" y="4528691"/>
            <a:ext cx="885486" cy="688825"/>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57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
        <p:nvSpPr>
          <p:cNvPr id="12" name="Arrow: Bent 11">
            <a:extLst>
              <a:ext uri="{FF2B5EF4-FFF2-40B4-BE49-F238E27FC236}">
                <a16:creationId xmlns:a16="http://schemas.microsoft.com/office/drawing/2014/main" id="{6E895D4B-1FDE-42EB-BC77-26BEF96D7D5C}"/>
              </a:ext>
            </a:extLst>
          </p:cNvPr>
          <p:cNvSpPr/>
          <p:nvPr/>
        </p:nvSpPr>
        <p:spPr>
          <a:xfrm rot="16200000" flipH="1" flipV="1">
            <a:off x="8119671" y="5534466"/>
            <a:ext cx="1217592" cy="700639"/>
          </a:xfrm>
          <a:prstGeom prst="bentArrow">
            <a:avLst>
              <a:gd name="adj1" fmla="val 25000"/>
              <a:gd name="adj2" fmla="val 33986"/>
              <a:gd name="adj3" fmla="val 50000"/>
              <a:gd name="adj4" fmla="val 43750"/>
            </a:avLst>
          </a:prstGeom>
          <a:gradFill>
            <a:gsLst>
              <a:gs pos="85000">
                <a:schemeClr val="accent4">
                  <a:lumMod val="75000"/>
                </a:schemeClr>
              </a:gs>
              <a:gs pos="0">
                <a:srgbClr val="C00000"/>
              </a:gs>
            </a:gsLst>
            <a:path path="circle">
              <a:fillToRect l="100000" b="100000"/>
            </a:path>
          </a:gradFill>
          <a:ln>
            <a:solidFill>
              <a:schemeClr val="tx1"/>
            </a:solidFill>
          </a:ln>
          <a:effectLst>
            <a:outerShdw blurRad="50800" dist="38100" dir="2700000" sx="102000" sy="102000" algn="tl" rotWithShape="0">
              <a:prstClr val="black">
                <a:alpha val="72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dirty="0"/>
          </a:p>
        </p:txBody>
      </p:sp>
    </p:spTree>
    <p:extLst>
      <p:ext uri="{BB962C8B-B14F-4D97-AF65-F5344CB8AC3E}">
        <p14:creationId xmlns:p14="http://schemas.microsoft.com/office/powerpoint/2010/main" val="3858838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292A0-C4D9-4D68-8A1D-1C92D3091B1D}"/>
              </a:ext>
            </a:extLst>
          </p:cNvPr>
          <p:cNvSpPr/>
          <p:nvPr/>
        </p:nvSpPr>
        <p:spPr>
          <a:xfrm>
            <a:off x="0" y="6171168"/>
            <a:ext cx="1825398" cy="369332"/>
          </a:xfrm>
          <a:prstGeom prst="rect">
            <a:avLst/>
          </a:prstGeom>
          <a:solidFill>
            <a:schemeClr val="accent6">
              <a:lumMod val="60000"/>
              <a:lumOff val="40000"/>
            </a:schemeClr>
          </a:solidFill>
        </p:spPr>
        <p:txBody>
          <a:bodyPr wrap="square">
            <a:spAutoFit/>
          </a:bodyPr>
          <a:lstStyle/>
          <a:p>
            <a:r>
              <a:rPr lang="en-GB" sz="600">
                <a:hlinkClick r:id="rId2"/>
              </a:rPr>
              <a:t>https://www.vox.com/2018/1/23/16905844/media-landscape-verizon-amazon-comcast-disney-fox-relationships-chart</a:t>
            </a:r>
            <a:r>
              <a:rPr lang="en-GB" sz="600"/>
              <a:t> </a:t>
            </a:r>
          </a:p>
        </p:txBody>
      </p:sp>
      <p:sp>
        <p:nvSpPr>
          <p:cNvPr id="4" name="TextBox 3">
            <a:extLst>
              <a:ext uri="{FF2B5EF4-FFF2-40B4-BE49-F238E27FC236}">
                <a16:creationId xmlns:a16="http://schemas.microsoft.com/office/drawing/2014/main" id="{FC248E29-766F-4143-98E0-3F6C7AF6803A}"/>
              </a:ext>
            </a:extLst>
          </p:cNvPr>
          <p:cNvSpPr txBox="1"/>
          <p:nvPr/>
        </p:nvSpPr>
        <p:spPr>
          <a:xfrm>
            <a:off x="338138" y="324757"/>
            <a:ext cx="4626761" cy="461665"/>
          </a:xfrm>
          <a:prstGeom prst="rect">
            <a:avLst/>
          </a:prstGeom>
          <a:noFill/>
        </p:spPr>
        <p:txBody>
          <a:bodyPr wrap="square" rtlCol="0">
            <a:spAutoFit/>
          </a:bodyPr>
          <a:lstStyle/>
          <a:p>
            <a:r>
              <a:rPr lang="en-GB" sz="2400" b="1">
                <a:latin typeface="Lucida Sans Unicode" pitchFamily="34" charset="0"/>
              </a:rPr>
              <a:t>Media Landscape</a:t>
            </a:r>
            <a:endParaRPr lang="en-GB" sz="2400" b="1" dirty="0">
              <a:latin typeface="Lucida Sans Unicode" pitchFamily="34" charset="0"/>
            </a:endParaRPr>
          </a:p>
        </p:txBody>
      </p:sp>
      <p:sp>
        <p:nvSpPr>
          <p:cNvPr id="5" name="Rectangle 4">
            <a:extLst>
              <a:ext uri="{FF2B5EF4-FFF2-40B4-BE49-F238E27FC236}">
                <a16:creationId xmlns:a16="http://schemas.microsoft.com/office/drawing/2014/main" id="{069AD698-B60C-4B89-9CC4-7BBB05615D6A}"/>
              </a:ext>
            </a:extLst>
          </p:cNvPr>
          <p:cNvSpPr/>
          <p:nvPr/>
        </p:nvSpPr>
        <p:spPr>
          <a:xfrm>
            <a:off x="163286" y="1028342"/>
            <a:ext cx="3760333" cy="4801314"/>
          </a:xfrm>
          <a:prstGeom prst="rect">
            <a:avLst/>
          </a:prstGeom>
          <a:solidFill>
            <a:srgbClr val="FFFFCC">
              <a:alpha val="76863"/>
            </a:srgbClr>
          </a:solidFill>
          <a:ln>
            <a:solidFill>
              <a:schemeClr val="accent3">
                <a:lumMod val="50000"/>
              </a:schemeClr>
            </a:solidFill>
          </a:ln>
          <a:effectLst>
            <a:outerShdw blurRad="50800" dist="38100" dir="2700000" algn="tl" rotWithShape="0">
              <a:prstClr val="black">
                <a:alpha val="40000"/>
              </a:prstClr>
            </a:outerShdw>
          </a:effectLst>
        </p:spPr>
        <p:txBody>
          <a:bodyPr wrap="square">
            <a:spAutoFit/>
          </a:bodyPr>
          <a:lstStyle/>
          <a:p>
            <a:pPr>
              <a:tabLst>
                <a:tab pos="179388" algn="l"/>
              </a:tabLst>
            </a:pPr>
            <a:r>
              <a:rPr lang="en-GB" sz="1400" i="1"/>
              <a:t>Used to be straightforward: </a:t>
            </a:r>
          </a:p>
          <a:p>
            <a:pPr marL="171450" indent="-171450">
              <a:buFont typeface="Arial" panose="020B0604020202020204" pitchFamily="34" charset="0"/>
              <a:buChar char="•"/>
              <a:tabLst>
                <a:tab pos="179388" algn="l"/>
              </a:tabLst>
            </a:pPr>
            <a:r>
              <a:rPr lang="en-GB" sz="1200"/>
              <a:t>Content companies - studios </a:t>
            </a:r>
          </a:p>
          <a:p>
            <a:pPr marL="179388" lvl="1">
              <a:tabLst>
                <a:tab pos="179388" algn="l"/>
              </a:tabLst>
            </a:pPr>
            <a:r>
              <a:rPr lang="en-GB" sz="1200"/>
              <a:t>… made shows, movies </a:t>
            </a:r>
          </a:p>
          <a:p>
            <a:pPr marL="179388" lvl="1">
              <a:tabLst>
                <a:tab pos="179388" algn="l"/>
              </a:tabLst>
            </a:pPr>
            <a:r>
              <a:rPr lang="en-GB" sz="1200"/>
              <a:t>… sold it to distributors</a:t>
            </a:r>
          </a:p>
          <a:p>
            <a:pPr marL="179388" lvl="1">
              <a:tabLst>
                <a:tab pos="179388" algn="l"/>
              </a:tabLst>
            </a:pPr>
            <a:r>
              <a:rPr lang="en-GB" sz="1200"/>
              <a:t>… who sold it to consumers</a:t>
            </a:r>
          </a:p>
          <a:p>
            <a:pPr marL="171450" indent="-171450">
              <a:buFont typeface="Arial" panose="020B0604020202020204" pitchFamily="34" charset="0"/>
              <a:buChar char="•"/>
              <a:tabLst>
                <a:tab pos="179388" algn="l"/>
              </a:tabLst>
            </a:pPr>
            <a:endParaRPr lang="en-GB" sz="1400" i="1"/>
          </a:p>
          <a:p>
            <a:pPr>
              <a:tabLst>
                <a:tab pos="179388" algn="l"/>
              </a:tabLst>
            </a:pPr>
            <a:r>
              <a:rPr lang="en-GB" sz="1400" i="1"/>
              <a:t>Now </a:t>
            </a:r>
          </a:p>
          <a:p>
            <a:pPr marL="171450" indent="-171450">
              <a:buFont typeface="Arial" panose="020B0604020202020204" pitchFamily="34" charset="0"/>
              <a:buChar char="•"/>
              <a:tabLst>
                <a:tab pos="179388" algn="l"/>
              </a:tabLst>
            </a:pPr>
            <a:r>
              <a:rPr lang="en-GB" sz="1200" b="1" i="1"/>
              <a:t>Netflix</a:t>
            </a:r>
            <a:r>
              <a:rPr lang="en-GB" sz="1200"/>
              <a:t> buys from studios</a:t>
            </a:r>
          </a:p>
          <a:p>
            <a:pPr marL="179388" lvl="1">
              <a:tabLst>
                <a:tab pos="179388" algn="l"/>
              </a:tabLst>
            </a:pPr>
            <a:r>
              <a:rPr lang="en-GB" sz="1200"/>
              <a:t>… also makes own stuff</a:t>
            </a:r>
          </a:p>
          <a:p>
            <a:pPr marL="179388" lvl="1">
              <a:tabLst>
                <a:tab pos="179388" algn="l"/>
              </a:tabLst>
            </a:pPr>
            <a:r>
              <a:rPr lang="en-GB" sz="1200"/>
              <a:t>… sell directly to consumers</a:t>
            </a:r>
          </a:p>
          <a:p>
            <a:pPr marL="171450" indent="-171450">
              <a:buFont typeface="Arial" panose="020B0604020202020204" pitchFamily="34" charset="0"/>
              <a:buChar char="•"/>
              <a:tabLst>
                <a:tab pos="179388" algn="l"/>
              </a:tabLst>
            </a:pPr>
            <a:endParaRPr lang="en-GB" sz="1200"/>
          </a:p>
          <a:p>
            <a:pPr marL="171450" indent="-171450">
              <a:buFont typeface="Arial" panose="020B0604020202020204" pitchFamily="34" charset="0"/>
              <a:buChar char="•"/>
              <a:tabLst>
                <a:tab pos="179388" algn="l"/>
              </a:tabLst>
            </a:pPr>
            <a:r>
              <a:rPr lang="en-GB" sz="1200"/>
              <a:t>Traditional media companies </a:t>
            </a:r>
          </a:p>
          <a:p>
            <a:pPr marL="179388" lvl="1">
              <a:tabLst>
                <a:tab pos="179388" algn="l"/>
              </a:tabLst>
            </a:pPr>
            <a:r>
              <a:rPr lang="en-GB" sz="1200"/>
              <a:t>… compete by consolidating</a:t>
            </a:r>
          </a:p>
          <a:p>
            <a:pPr marL="179388" lvl="1">
              <a:tabLst>
                <a:tab pos="179388" algn="l"/>
                <a:tab pos="538163" algn="l"/>
              </a:tabLst>
            </a:pPr>
            <a:r>
              <a:rPr lang="en-GB" sz="1200"/>
              <a:t>	… </a:t>
            </a:r>
            <a:r>
              <a:rPr lang="en-GB" sz="1200" b="1" i="1"/>
              <a:t>Disney</a:t>
            </a:r>
            <a:r>
              <a:rPr lang="en-GB" sz="1200"/>
              <a:t> purchase of </a:t>
            </a:r>
            <a:r>
              <a:rPr lang="en-GB" sz="1200" b="1" i="1"/>
              <a:t>21st Century Fox</a:t>
            </a:r>
          </a:p>
          <a:p>
            <a:pPr marL="179388" lvl="1">
              <a:tabLst>
                <a:tab pos="179388" algn="l"/>
              </a:tabLst>
            </a:pPr>
            <a:r>
              <a:rPr lang="en-GB" sz="1200"/>
              <a:t>… Distributors - </a:t>
            </a:r>
            <a:r>
              <a:rPr lang="en-GB" sz="1200" b="1" i="1"/>
              <a:t>AT&amp;T </a:t>
            </a:r>
          </a:p>
          <a:p>
            <a:pPr marL="179388" lvl="1" defTabSz="538163">
              <a:tabLst>
                <a:tab pos="179388" algn="l"/>
              </a:tabLst>
            </a:pPr>
            <a:r>
              <a:rPr lang="en-GB" sz="1200" b="1" i="1"/>
              <a:t>	… </a:t>
            </a:r>
            <a:r>
              <a:rPr lang="en-GB" sz="1200"/>
              <a:t>bought </a:t>
            </a:r>
            <a:r>
              <a:rPr lang="en-GB" sz="1200" b="1" i="1"/>
              <a:t>Time Warner </a:t>
            </a:r>
            <a:r>
              <a:rPr lang="en-GB" sz="1200"/>
              <a:t>last year</a:t>
            </a:r>
          </a:p>
          <a:p>
            <a:pPr marL="179388" lvl="1" defTabSz="538163">
              <a:tabLst>
                <a:tab pos="179388" algn="l"/>
              </a:tabLst>
            </a:pPr>
            <a:r>
              <a:rPr lang="en-GB" sz="1200"/>
              <a:t>	… becoming media companies, too</a:t>
            </a:r>
          </a:p>
          <a:p>
            <a:pPr marL="171450" indent="-171450">
              <a:buFont typeface="Arial" panose="020B0604020202020204" pitchFamily="34" charset="0"/>
              <a:buChar char="•"/>
              <a:tabLst>
                <a:tab pos="179388" algn="l"/>
              </a:tabLst>
            </a:pPr>
            <a:endParaRPr lang="en-GB" sz="1200"/>
          </a:p>
          <a:p>
            <a:pPr marL="171450" indent="-171450">
              <a:buFont typeface="Arial" panose="020B0604020202020204" pitchFamily="34" charset="0"/>
              <a:buChar char="•"/>
              <a:tabLst>
                <a:tab pos="179388" algn="l"/>
              </a:tabLst>
            </a:pPr>
            <a:r>
              <a:rPr lang="en-GB" sz="1200"/>
              <a:t>giant tech - </a:t>
            </a:r>
            <a:r>
              <a:rPr lang="en-GB" sz="1200" b="1" i="1"/>
              <a:t>Google</a:t>
            </a:r>
            <a:r>
              <a:rPr lang="en-GB" sz="1200"/>
              <a:t>, </a:t>
            </a:r>
            <a:r>
              <a:rPr lang="en-GB" sz="1200" b="1" i="1"/>
              <a:t>Amazon</a:t>
            </a:r>
            <a:r>
              <a:rPr lang="en-GB" sz="1200"/>
              <a:t>, </a:t>
            </a:r>
            <a:r>
              <a:rPr lang="en-GB" sz="1200" b="1" i="1"/>
              <a:t>Apple</a:t>
            </a:r>
            <a:r>
              <a:rPr lang="en-GB" sz="1200"/>
              <a:t> </a:t>
            </a:r>
          </a:p>
          <a:p>
            <a:pPr marL="179388" lvl="1">
              <a:tabLst>
                <a:tab pos="179388" algn="l"/>
              </a:tabLst>
            </a:pPr>
            <a:r>
              <a:rPr lang="en-GB" sz="1200"/>
              <a:t>… becoming media companies</a:t>
            </a:r>
          </a:p>
          <a:p>
            <a:pPr lvl="1">
              <a:tabLst>
                <a:tab pos="179388" algn="l"/>
              </a:tabLst>
            </a:pPr>
            <a:r>
              <a:rPr lang="en-GB" sz="1200"/>
              <a:t>… Apple now position as </a:t>
            </a:r>
          </a:p>
          <a:p>
            <a:pPr lvl="1">
              <a:tabLst>
                <a:tab pos="179388" algn="l"/>
              </a:tabLst>
            </a:pPr>
            <a:r>
              <a:rPr lang="en-GB" sz="1200"/>
              <a:t>	… a TV guide /  storefront </a:t>
            </a:r>
          </a:p>
          <a:p>
            <a:pPr lvl="1" defTabSz="584200">
              <a:tabLst>
                <a:tab pos="179388" algn="l"/>
              </a:tabLst>
            </a:pPr>
            <a:r>
              <a:rPr lang="en-GB" sz="1200"/>
              <a:t>		sell services like HBO</a:t>
            </a:r>
          </a:p>
          <a:p>
            <a:pPr lvl="1">
              <a:tabLst>
                <a:tab pos="179388" algn="l"/>
              </a:tabLst>
            </a:pPr>
            <a:r>
              <a:rPr lang="en-GB" sz="1200"/>
              <a:t>	… a TV creator </a:t>
            </a:r>
          </a:p>
          <a:p>
            <a:pPr lvl="1" defTabSz="584200">
              <a:tabLst>
                <a:tab pos="179388" algn="l"/>
              </a:tabLst>
            </a:pPr>
            <a:r>
              <a:rPr lang="en-GB" sz="1200"/>
              <a:t>		exclusive shows for Apple users</a:t>
            </a:r>
          </a:p>
        </p:txBody>
      </p:sp>
      <p:pic>
        <p:nvPicPr>
          <p:cNvPr id="7" name="Picture 6">
            <a:extLst>
              <a:ext uri="{FF2B5EF4-FFF2-40B4-BE49-F238E27FC236}">
                <a16:creationId xmlns:a16="http://schemas.microsoft.com/office/drawing/2014/main" id="{CE69F487-4FDD-40A0-A653-A000FBF93FE4}"/>
              </a:ext>
            </a:extLst>
          </p:cNvPr>
          <p:cNvPicPr>
            <a:picLocks noChangeAspect="1"/>
          </p:cNvPicPr>
          <p:nvPr/>
        </p:nvPicPr>
        <p:blipFill>
          <a:blip r:embed="rId3"/>
          <a:stretch>
            <a:fillRect/>
          </a:stretch>
        </p:blipFill>
        <p:spPr>
          <a:xfrm>
            <a:off x="3969594" y="1012538"/>
            <a:ext cx="5174406" cy="5158630"/>
          </a:xfrm>
          <a:prstGeom prst="rect">
            <a:avLst/>
          </a:prstGeom>
        </p:spPr>
      </p:pic>
    </p:spTree>
    <p:extLst>
      <p:ext uri="{BB962C8B-B14F-4D97-AF65-F5344CB8AC3E}">
        <p14:creationId xmlns:p14="http://schemas.microsoft.com/office/powerpoint/2010/main" val="1037820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FD2D9F-F00A-473F-AF45-0AE03EA55DBA}"/>
              </a:ext>
            </a:extLst>
          </p:cNvPr>
          <p:cNvSpPr/>
          <p:nvPr/>
        </p:nvSpPr>
        <p:spPr>
          <a:xfrm>
            <a:off x="395288" y="1223755"/>
            <a:ext cx="7102037" cy="3754874"/>
          </a:xfrm>
          <a:prstGeom prst="rect">
            <a:avLst/>
          </a:prstGeom>
        </p:spPr>
        <p:txBody>
          <a:bodyPr wrap="square">
            <a:spAutoFit/>
          </a:bodyPr>
          <a:lstStyle/>
          <a:p>
            <a:pPr>
              <a:lnSpc>
                <a:spcPct val="150000"/>
              </a:lnSpc>
            </a:pPr>
            <a:r>
              <a:rPr lang="en-GB" sz="1600" dirty="0"/>
              <a:t>[IBC at Harmonic Inc]</a:t>
            </a:r>
          </a:p>
          <a:p>
            <a:pPr>
              <a:lnSpc>
                <a:spcPct val="150000"/>
              </a:lnSpc>
            </a:pPr>
            <a:endParaRPr lang="en-GB" sz="1600" dirty="0"/>
          </a:p>
          <a:p>
            <a:pPr>
              <a:lnSpc>
                <a:spcPct val="150000"/>
              </a:lnSpc>
            </a:pPr>
            <a:r>
              <a:rPr lang="en-GB" sz="1600" dirty="0"/>
              <a:t>A lot of rights </a:t>
            </a:r>
            <a:r>
              <a:rPr lang="en-GB" sz="1600"/>
              <a:t>owners simply </a:t>
            </a:r>
            <a:r>
              <a:rPr lang="en-GB" sz="1600" dirty="0"/>
              <a:t>do not have the experience, technical know-how, budget or time to bring content through a D2C </a:t>
            </a:r>
            <a:r>
              <a:rPr lang="en-GB" sz="1600"/>
              <a:t>streaming service</a:t>
            </a:r>
          </a:p>
          <a:p>
            <a:pPr>
              <a:lnSpc>
                <a:spcPct val="150000"/>
              </a:lnSpc>
            </a:pPr>
            <a:endParaRPr lang="en-GB" sz="1600" dirty="0"/>
          </a:p>
          <a:p>
            <a:pPr>
              <a:lnSpc>
                <a:spcPct val="150000"/>
              </a:lnSpc>
            </a:pPr>
            <a:r>
              <a:rPr lang="en-GB" sz="1600">
                <a:solidFill>
                  <a:schemeClr val="bg2">
                    <a:lumMod val="50000"/>
                  </a:schemeClr>
                </a:solidFill>
              </a:rPr>
              <a:t>				</a:t>
            </a:r>
            <a:r>
              <a:rPr lang="en-GB" sz="1600" i="1">
                <a:solidFill>
                  <a:schemeClr val="bg2">
                    <a:lumMod val="50000"/>
                  </a:schemeClr>
                </a:solidFill>
              </a:rPr>
              <a:t>- </a:t>
            </a:r>
            <a:r>
              <a:rPr lang="en-GB" sz="1600" i="1" dirty="0">
                <a:solidFill>
                  <a:schemeClr val="bg2">
                    <a:lumMod val="50000"/>
                  </a:schemeClr>
                </a:solidFill>
              </a:rPr>
              <a:t>Steve Russel, Red Bee Media</a:t>
            </a:r>
          </a:p>
          <a:p>
            <a:pPr>
              <a:lnSpc>
                <a:spcPct val="150000"/>
              </a:lnSpc>
            </a:pPr>
            <a:r>
              <a:rPr lang="en-GB" sz="1600" i="1" dirty="0">
                <a:solidFill>
                  <a:schemeClr val="bg2">
                    <a:lumMod val="50000"/>
                  </a:schemeClr>
                </a:solidFill>
              </a:rPr>
              <a:t>		</a:t>
            </a:r>
            <a:r>
              <a:rPr lang="en-GB" sz="1600" i="1">
                <a:solidFill>
                  <a:schemeClr val="bg2">
                    <a:lumMod val="50000"/>
                  </a:schemeClr>
                </a:solidFill>
              </a:rPr>
              <a:t>	</a:t>
            </a:r>
          </a:p>
          <a:p>
            <a:pPr>
              <a:lnSpc>
                <a:spcPct val="150000"/>
              </a:lnSpc>
            </a:pPr>
            <a:r>
              <a:rPr lang="en-GB" sz="1600"/>
              <a:t>Move to SaaS based offerings </a:t>
            </a:r>
            <a:r>
              <a:rPr lang="en-GB" sz="1600" dirty="0"/>
              <a:t>- cloud solutions up to 8K, 					- </a:t>
            </a:r>
            <a:r>
              <a:rPr lang="en-GB" sz="1600" i="1" dirty="0">
                <a:solidFill>
                  <a:schemeClr val="bg2">
                    <a:lumMod val="50000"/>
                  </a:schemeClr>
                </a:solidFill>
              </a:rPr>
              <a:t>Harmonic Inc</a:t>
            </a:r>
          </a:p>
        </p:txBody>
      </p:sp>
      <p:sp>
        <p:nvSpPr>
          <p:cNvPr id="3" name="TextBox 2">
            <a:extLst>
              <a:ext uri="{FF2B5EF4-FFF2-40B4-BE49-F238E27FC236}">
                <a16:creationId xmlns:a16="http://schemas.microsoft.com/office/drawing/2014/main" id="{D33E84FA-5D30-4C49-8465-08A3F19BFB05}"/>
              </a:ext>
            </a:extLst>
          </p:cNvPr>
          <p:cNvSpPr txBox="1"/>
          <p:nvPr/>
        </p:nvSpPr>
        <p:spPr>
          <a:xfrm>
            <a:off x="416590" y="340974"/>
            <a:ext cx="2507418" cy="461665"/>
          </a:xfrm>
          <a:prstGeom prst="rect">
            <a:avLst/>
          </a:prstGeom>
          <a:noFill/>
        </p:spPr>
        <p:txBody>
          <a:bodyPr wrap="none" rtlCol="0">
            <a:spAutoFit/>
          </a:bodyPr>
          <a:lstStyle/>
          <a:p>
            <a:r>
              <a:rPr lang="en-GB" sz="2400" b="1" dirty="0">
                <a:latin typeface="Lucida Sans Unicode" pitchFamily="34" charset="0"/>
              </a:rPr>
              <a:t>From IBC 2019 </a:t>
            </a:r>
          </a:p>
        </p:txBody>
      </p:sp>
      <p:sp>
        <p:nvSpPr>
          <p:cNvPr id="4" name="Rectangle 3">
            <a:extLst>
              <a:ext uri="{FF2B5EF4-FFF2-40B4-BE49-F238E27FC236}">
                <a16:creationId xmlns:a16="http://schemas.microsoft.com/office/drawing/2014/main" id="{F1CF51E5-5D5B-433E-87BF-D47E1EB7DBEC}"/>
              </a:ext>
            </a:extLst>
          </p:cNvPr>
          <p:cNvSpPr/>
          <p:nvPr/>
        </p:nvSpPr>
        <p:spPr>
          <a:xfrm>
            <a:off x="7657696" y="2573905"/>
            <a:ext cx="1486304" cy="430887"/>
          </a:xfrm>
          <a:prstGeom prst="rect">
            <a:avLst/>
          </a:prstGeom>
          <a:solidFill>
            <a:schemeClr val="accent2">
              <a:lumMod val="20000"/>
              <a:lumOff val="80000"/>
            </a:schemeClr>
          </a:solidFill>
        </p:spPr>
        <p:txBody>
          <a:bodyPr wrap="none">
            <a:spAutoFit/>
          </a:bodyPr>
          <a:lstStyle/>
          <a:p>
            <a:r>
              <a:rPr lang="en-GB" sz="1100" dirty="0"/>
              <a:t>D2C</a:t>
            </a:r>
          </a:p>
          <a:p>
            <a:r>
              <a:rPr lang="en-GB" sz="1100" i="1" dirty="0"/>
              <a:t>Direct to Customer</a:t>
            </a:r>
          </a:p>
        </p:txBody>
      </p:sp>
    </p:spTree>
    <p:extLst>
      <p:ext uri="{BB962C8B-B14F-4D97-AF65-F5344CB8AC3E}">
        <p14:creationId xmlns:p14="http://schemas.microsoft.com/office/powerpoint/2010/main" val="376294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3DAD02-2BC1-455B-8067-1D2808812447}"/>
              </a:ext>
            </a:extLst>
          </p:cNvPr>
          <p:cNvSpPr/>
          <p:nvPr/>
        </p:nvSpPr>
        <p:spPr>
          <a:xfrm>
            <a:off x="416590" y="1043735"/>
            <a:ext cx="8520895" cy="3754874"/>
          </a:xfrm>
          <a:prstGeom prst="rect">
            <a:avLst/>
          </a:prstGeom>
        </p:spPr>
        <p:txBody>
          <a:bodyPr wrap="square">
            <a:spAutoFit/>
          </a:bodyPr>
          <a:lstStyle/>
          <a:p>
            <a:pPr>
              <a:lnSpc>
                <a:spcPct val="150000"/>
              </a:lnSpc>
            </a:pPr>
            <a:r>
              <a:rPr lang="en-GB" sz="1600" b="1" dirty="0"/>
              <a:t>TA - </a:t>
            </a:r>
            <a:r>
              <a:rPr lang="en-GB" sz="1600" b="1"/>
              <a:t>Targeted Advertising</a:t>
            </a:r>
            <a:endParaRPr lang="en-GB" sz="1600" b="1" dirty="0"/>
          </a:p>
          <a:p>
            <a:pPr marL="179388" indent="-179388">
              <a:lnSpc>
                <a:spcPct val="150000"/>
              </a:lnSpc>
              <a:buFont typeface="Arial" panose="020B0604020202020204" pitchFamily="34" charset="0"/>
              <a:buChar char="•"/>
            </a:pPr>
            <a:r>
              <a:rPr lang="en-GB" sz="1600" dirty="0"/>
              <a:t>US internet advertising has now exceeded TV advertising</a:t>
            </a:r>
          </a:p>
          <a:p>
            <a:pPr lvl="1">
              <a:lnSpc>
                <a:spcPct val="150000"/>
              </a:lnSpc>
            </a:pPr>
            <a:r>
              <a:rPr lang="en-GB" sz="1600" dirty="0"/>
              <a:t>Re-balance with </a:t>
            </a:r>
            <a:r>
              <a:rPr lang="en-GB" sz="1600" b="1" dirty="0"/>
              <a:t>TA</a:t>
            </a:r>
            <a:r>
              <a:rPr lang="en-GB" sz="1600" dirty="0"/>
              <a:t>? 	</a:t>
            </a:r>
          </a:p>
          <a:p>
            <a:pPr lvl="1">
              <a:lnSpc>
                <a:spcPct val="150000"/>
              </a:lnSpc>
            </a:pPr>
            <a:r>
              <a:rPr lang="en-GB" sz="1600" i="1" dirty="0">
                <a:solidFill>
                  <a:schemeClr val="bg2">
                    <a:lumMod val="50000"/>
                  </a:schemeClr>
                </a:solidFill>
              </a:rPr>
              <a:t>			Vincent Grivet, VP, Broadcast </a:t>
            </a:r>
            <a:r>
              <a:rPr lang="en-GB" sz="1600" i="1" dirty="0" err="1">
                <a:solidFill>
                  <a:schemeClr val="bg2">
                    <a:lumMod val="50000"/>
                  </a:schemeClr>
                </a:solidFill>
              </a:rPr>
              <a:t>Develoment</a:t>
            </a:r>
            <a:r>
              <a:rPr lang="en-GB" sz="1600" i="1" dirty="0">
                <a:solidFill>
                  <a:schemeClr val="bg2">
                    <a:lumMod val="50000"/>
                  </a:schemeClr>
                </a:solidFill>
              </a:rPr>
              <a:t> at TDF Group</a:t>
            </a:r>
          </a:p>
          <a:p>
            <a:pPr marL="179388" indent="-179388">
              <a:lnSpc>
                <a:spcPct val="150000"/>
              </a:lnSpc>
              <a:buFont typeface="Arial" panose="020B0604020202020204" pitchFamily="34" charset="0"/>
              <a:buChar char="•"/>
            </a:pPr>
            <a:endParaRPr lang="en-GB" sz="1600"/>
          </a:p>
          <a:p>
            <a:pPr marL="179388" indent="-179388">
              <a:lnSpc>
                <a:spcPct val="150000"/>
              </a:lnSpc>
              <a:buFont typeface="Arial" panose="020B0604020202020204" pitchFamily="34" charset="0"/>
              <a:buChar char="•"/>
            </a:pPr>
            <a:endParaRPr lang="en-GB" sz="1600" dirty="0"/>
          </a:p>
          <a:p>
            <a:pPr marL="179388" indent="-179388">
              <a:lnSpc>
                <a:spcPct val="150000"/>
              </a:lnSpc>
              <a:buFont typeface="Arial" panose="020B0604020202020204" pitchFamily="34" charset="0"/>
              <a:buChar char="•"/>
            </a:pPr>
            <a:r>
              <a:rPr lang="en-GB" sz="1600" dirty="0"/>
              <a:t>TA: </a:t>
            </a:r>
            <a:r>
              <a:rPr lang="en-GB" sz="1600" b="1" dirty="0"/>
              <a:t>need to enhance the user </a:t>
            </a:r>
            <a:r>
              <a:rPr lang="en-GB" sz="1600" b="1"/>
              <a:t>experience </a:t>
            </a:r>
            <a:r>
              <a:rPr lang="en-GB" sz="1600"/>
              <a:t>for TA to </a:t>
            </a:r>
            <a:r>
              <a:rPr lang="en-GB" sz="1600" dirty="0"/>
              <a:t>be commercial success  </a:t>
            </a:r>
          </a:p>
          <a:p>
            <a:pPr marL="636588" lvl="1" indent="-179388">
              <a:lnSpc>
                <a:spcPct val="150000"/>
              </a:lnSpc>
              <a:buFont typeface="Arial" panose="020B0604020202020204" pitchFamily="34" charset="0"/>
              <a:buChar char="•"/>
            </a:pPr>
            <a:r>
              <a:rPr lang="en-GB" sz="1600" dirty="0"/>
              <a:t>e.g. - by reducing advertising time; removing un-needed ads 		</a:t>
            </a:r>
            <a:r>
              <a:rPr lang="en-GB" sz="1600" dirty="0">
                <a:solidFill>
                  <a:schemeClr val="bg2">
                    <a:lumMod val="50000"/>
                  </a:schemeClr>
                </a:solidFill>
              </a:rPr>
              <a:t>-  </a:t>
            </a:r>
            <a:r>
              <a:rPr lang="en-GB" sz="1600" i="1" dirty="0">
                <a:solidFill>
                  <a:schemeClr val="bg2">
                    <a:lumMod val="50000"/>
                  </a:schemeClr>
                </a:solidFill>
              </a:rPr>
              <a:t>Les Carter, VP and chief architect, Cadent Technologies</a:t>
            </a:r>
          </a:p>
          <a:p>
            <a:pPr>
              <a:lnSpc>
                <a:spcPct val="150000"/>
              </a:lnSpc>
            </a:pPr>
            <a:r>
              <a:rPr lang="en-GB" sz="1600" dirty="0"/>
              <a:t>				</a:t>
            </a:r>
            <a:endParaRPr lang="en-GB" sz="1200" dirty="0"/>
          </a:p>
        </p:txBody>
      </p:sp>
      <p:sp>
        <p:nvSpPr>
          <p:cNvPr id="5" name="TextBox 4">
            <a:extLst>
              <a:ext uri="{FF2B5EF4-FFF2-40B4-BE49-F238E27FC236}">
                <a16:creationId xmlns:a16="http://schemas.microsoft.com/office/drawing/2014/main" id="{A77396F2-2A4C-4572-8D2B-A2D3C781A8A6}"/>
              </a:ext>
            </a:extLst>
          </p:cNvPr>
          <p:cNvSpPr txBox="1"/>
          <p:nvPr/>
        </p:nvSpPr>
        <p:spPr>
          <a:xfrm>
            <a:off x="416590" y="340974"/>
            <a:ext cx="7002238" cy="461665"/>
          </a:xfrm>
          <a:prstGeom prst="rect">
            <a:avLst/>
          </a:prstGeom>
          <a:noFill/>
        </p:spPr>
        <p:txBody>
          <a:bodyPr wrap="none" rtlCol="0">
            <a:spAutoFit/>
          </a:bodyPr>
          <a:lstStyle/>
          <a:p>
            <a:r>
              <a:rPr lang="en-GB" sz="2400" b="1">
                <a:latin typeface="Lucida Sans Unicode" pitchFamily="34" charset="0"/>
              </a:rPr>
              <a:t>From DVBWorld 2019 – Targetted </a:t>
            </a:r>
            <a:r>
              <a:rPr lang="en-GB" sz="2400" b="1" dirty="0">
                <a:latin typeface="Lucida Sans Unicode" pitchFamily="34" charset="0"/>
              </a:rPr>
              <a:t>Advertising</a:t>
            </a:r>
          </a:p>
        </p:txBody>
      </p:sp>
    </p:spTree>
    <p:extLst>
      <p:ext uri="{BB962C8B-B14F-4D97-AF65-F5344CB8AC3E}">
        <p14:creationId xmlns:p14="http://schemas.microsoft.com/office/powerpoint/2010/main" val="3942393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20999A-0710-44B0-887D-2133C2C001C9}"/>
              </a:ext>
            </a:extLst>
          </p:cNvPr>
          <p:cNvSpPr/>
          <p:nvPr/>
        </p:nvSpPr>
        <p:spPr>
          <a:xfrm>
            <a:off x="395288" y="1118763"/>
            <a:ext cx="8497192" cy="5189882"/>
          </a:xfrm>
          <a:prstGeom prst="rect">
            <a:avLst/>
          </a:prstGeom>
        </p:spPr>
        <p:txBody>
          <a:bodyPr wrap="square">
            <a:spAutoFit/>
          </a:bodyPr>
          <a:lstStyle/>
          <a:p>
            <a:pPr>
              <a:lnSpc>
                <a:spcPct val="150000"/>
              </a:lnSpc>
            </a:pPr>
            <a:r>
              <a:rPr lang="en-GB" sz="1600">
                <a:solidFill>
                  <a:prstClr val="black"/>
                </a:solidFill>
              </a:rPr>
              <a:t>@</a:t>
            </a:r>
            <a:r>
              <a:rPr lang="en-GB" sz="1600" dirty="0" err="1">
                <a:solidFill>
                  <a:prstClr val="black"/>
                </a:solidFill>
              </a:rPr>
              <a:t>DVB_</a:t>
            </a:r>
            <a:r>
              <a:rPr lang="en-GB" sz="1600" err="1">
                <a:solidFill>
                  <a:prstClr val="black"/>
                </a:solidFill>
              </a:rPr>
              <a:t>Project</a:t>
            </a:r>
            <a:r>
              <a:rPr lang="en-GB" sz="1600">
                <a:solidFill>
                  <a:prstClr val="black"/>
                </a:solidFill>
              </a:rPr>
              <a:t> delivered </a:t>
            </a:r>
            <a:r>
              <a:rPr lang="en-GB" sz="1600" b="1" dirty="0">
                <a:solidFill>
                  <a:prstClr val="black"/>
                </a:solidFill>
              </a:rPr>
              <a:t>LL DASH </a:t>
            </a:r>
            <a:r>
              <a:rPr lang="en-GB" sz="1600" dirty="0">
                <a:solidFill>
                  <a:prstClr val="black"/>
                </a:solidFill>
              </a:rPr>
              <a:t>on time</a:t>
            </a:r>
          </a:p>
          <a:p>
            <a:pPr>
              <a:lnSpc>
                <a:spcPct val="150000"/>
              </a:lnSpc>
            </a:pPr>
            <a:r>
              <a:rPr lang="en-GB" sz="1600" i="1" dirty="0">
                <a:solidFill>
                  <a:schemeClr val="bg2">
                    <a:lumMod val="50000"/>
                  </a:schemeClr>
                </a:solidFill>
              </a:rPr>
              <a:t>				- Thomas </a:t>
            </a:r>
            <a:r>
              <a:rPr lang="en-GB" sz="1600" i="1" dirty="0" err="1">
                <a:solidFill>
                  <a:schemeClr val="bg2">
                    <a:lumMod val="50000"/>
                  </a:schemeClr>
                </a:solidFill>
              </a:rPr>
              <a:t>Stockhammer</a:t>
            </a:r>
            <a:r>
              <a:rPr lang="en-GB" sz="1600" i="1" dirty="0">
                <a:solidFill>
                  <a:schemeClr val="bg2">
                    <a:lumMod val="50000"/>
                  </a:schemeClr>
                </a:solidFill>
              </a:rPr>
              <a:t>, Qualcomm</a:t>
            </a:r>
          </a:p>
          <a:p>
            <a:pPr>
              <a:lnSpc>
                <a:spcPct val="150000"/>
              </a:lnSpc>
            </a:pPr>
            <a:endParaRPr lang="en-GB" sz="1600" i="1" dirty="0">
              <a:solidFill>
                <a:schemeClr val="bg2">
                  <a:lumMod val="50000"/>
                </a:schemeClr>
              </a:solidFill>
            </a:endParaRPr>
          </a:p>
          <a:p>
            <a:pPr>
              <a:lnSpc>
                <a:spcPct val="150000"/>
              </a:lnSpc>
            </a:pPr>
            <a:r>
              <a:rPr lang="en-GB" sz="1600" dirty="0"/>
              <a:t>Latest developments in video codecs - </a:t>
            </a:r>
            <a:r>
              <a:rPr lang="en-GB" sz="1600" b="1" dirty="0"/>
              <a:t>VVC</a:t>
            </a:r>
            <a:r>
              <a:rPr lang="en-GB" sz="1600" dirty="0"/>
              <a:t> outperforms both HEVC &amp; AV1 by 30%.</a:t>
            </a:r>
          </a:p>
          <a:p>
            <a:pPr>
              <a:lnSpc>
                <a:spcPct val="150000"/>
              </a:lnSpc>
            </a:pPr>
            <a:r>
              <a:rPr lang="en-GB" sz="1600" dirty="0"/>
              <a:t>VVC </a:t>
            </a:r>
            <a:r>
              <a:rPr lang="en-GB" sz="1600"/>
              <a:t>work completed 2020</a:t>
            </a:r>
            <a:endParaRPr lang="en-GB" sz="1600" dirty="0"/>
          </a:p>
          <a:p>
            <a:pPr>
              <a:lnSpc>
                <a:spcPct val="150000"/>
              </a:lnSpc>
            </a:pPr>
            <a:r>
              <a:rPr lang="en-GB" sz="1600" i="1" dirty="0">
                <a:solidFill>
                  <a:schemeClr val="bg2">
                    <a:lumMod val="50000"/>
                  </a:schemeClr>
                </a:solidFill>
              </a:rPr>
              <a:t>						- Marta </a:t>
            </a:r>
            <a:r>
              <a:rPr lang="en-GB" sz="1600" i="1" dirty="0" err="1">
                <a:solidFill>
                  <a:schemeClr val="bg2">
                    <a:lumMod val="50000"/>
                  </a:schemeClr>
                </a:solidFill>
              </a:rPr>
              <a:t>Mrak</a:t>
            </a:r>
            <a:r>
              <a:rPr lang="en-GB" sz="1600" i="1" dirty="0">
                <a:solidFill>
                  <a:schemeClr val="bg2">
                    <a:lumMod val="50000"/>
                  </a:schemeClr>
                </a:solidFill>
              </a:rPr>
              <a:t>, BBCR&amp;D</a:t>
            </a:r>
          </a:p>
          <a:p>
            <a:pPr>
              <a:lnSpc>
                <a:spcPct val="150000"/>
              </a:lnSpc>
            </a:pPr>
            <a:endParaRPr lang="en-GB" sz="1600" i="1" dirty="0">
              <a:solidFill>
                <a:schemeClr val="bg2">
                  <a:lumMod val="50000"/>
                </a:schemeClr>
              </a:solidFill>
            </a:endParaRPr>
          </a:p>
          <a:p>
            <a:pPr>
              <a:lnSpc>
                <a:spcPct val="150000"/>
              </a:lnSpc>
            </a:pPr>
            <a:r>
              <a:rPr lang="en-GB" sz="1600" dirty="0"/>
              <a:t>8K - A visionary step forward or an unnecessary illusion?' </a:t>
            </a:r>
          </a:p>
          <a:p>
            <a:pPr>
              <a:lnSpc>
                <a:spcPct val="150000"/>
              </a:lnSpc>
            </a:pPr>
            <a:r>
              <a:rPr lang="en-GB" sz="1600" dirty="0"/>
              <a:t>Delegates asked to vote </a:t>
            </a:r>
            <a:r>
              <a:rPr lang="en-GB" sz="1600" i="1" dirty="0"/>
              <a:t>twice </a:t>
            </a:r>
            <a:r>
              <a:rPr lang="en-GB" sz="1600" dirty="0"/>
              <a:t>- "Will 8K be an important TV delivery format in the future?" </a:t>
            </a:r>
          </a:p>
          <a:p>
            <a:pPr>
              <a:lnSpc>
                <a:spcPct val="150000"/>
              </a:lnSpc>
            </a:pPr>
            <a:r>
              <a:rPr lang="en-GB" sz="1600" dirty="0"/>
              <a:t>	First poll: 66% No </a:t>
            </a:r>
          </a:p>
          <a:p>
            <a:pPr>
              <a:lnSpc>
                <a:spcPct val="150000"/>
              </a:lnSpc>
            </a:pPr>
            <a:r>
              <a:rPr lang="en-GB" sz="1600" dirty="0"/>
              <a:t>	Second poll: 80% No </a:t>
            </a:r>
            <a:r>
              <a:rPr lang="en-GB" sz="1600" i="1" dirty="0">
                <a:solidFill>
                  <a:schemeClr val="bg2">
                    <a:lumMod val="50000"/>
                  </a:schemeClr>
                </a:solidFill>
              </a:rPr>
              <a:t>				</a:t>
            </a:r>
          </a:p>
          <a:p>
            <a:pPr>
              <a:lnSpc>
                <a:spcPct val="150000"/>
              </a:lnSpc>
            </a:pPr>
            <a:r>
              <a:rPr lang="en-GB" sz="1600" i="1" dirty="0">
                <a:solidFill>
                  <a:schemeClr val="bg2">
                    <a:lumMod val="50000"/>
                  </a:schemeClr>
                </a:solidFill>
              </a:rPr>
              <a:t>						- David Wood @</a:t>
            </a:r>
            <a:r>
              <a:rPr lang="en-GB" sz="1600" i="1" dirty="0" err="1">
                <a:solidFill>
                  <a:schemeClr val="bg2">
                    <a:lumMod val="50000"/>
                  </a:schemeClr>
                </a:solidFill>
              </a:rPr>
              <a:t>EBU_Tech</a:t>
            </a:r>
            <a:endParaRPr lang="en-GB" sz="1600" i="1" dirty="0">
              <a:solidFill>
                <a:schemeClr val="bg2">
                  <a:lumMod val="50000"/>
                </a:schemeClr>
              </a:solidFill>
            </a:endParaRPr>
          </a:p>
          <a:p>
            <a:pPr>
              <a:lnSpc>
                <a:spcPct val="150000"/>
              </a:lnSpc>
            </a:pPr>
            <a:endParaRPr lang="en-GB" sz="1400" i="1" dirty="0">
              <a:solidFill>
                <a:schemeClr val="bg2">
                  <a:lumMod val="50000"/>
                </a:schemeClr>
              </a:solidFill>
            </a:endParaRPr>
          </a:p>
        </p:txBody>
      </p:sp>
      <p:sp>
        <p:nvSpPr>
          <p:cNvPr id="3" name="TextBox 2">
            <a:extLst>
              <a:ext uri="{FF2B5EF4-FFF2-40B4-BE49-F238E27FC236}">
                <a16:creationId xmlns:a16="http://schemas.microsoft.com/office/drawing/2014/main" id="{BF61E799-ACF3-49D0-BD2A-3B0793F54772}"/>
              </a:ext>
            </a:extLst>
          </p:cNvPr>
          <p:cNvSpPr txBox="1"/>
          <p:nvPr/>
        </p:nvSpPr>
        <p:spPr>
          <a:xfrm>
            <a:off x="416590" y="340974"/>
            <a:ext cx="6300123" cy="461665"/>
          </a:xfrm>
          <a:prstGeom prst="rect">
            <a:avLst/>
          </a:prstGeom>
          <a:noFill/>
        </p:spPr>
        <p:txBody>
          <a:bodyPr wrap="none" rtlCol="0">
            <a:spAutoFit/>
          </a:bodyPr>
          <a:lstStyle/>
          <a:p>
            <a:r>
              <a:rPr lang="en-GB" sz="2400" b="1" dirty="0">
                <a:latin typeface="Lucida Sans Unicode" pitchFamily="34" charset="0"/>
              </a:rPr>
              <a:t>From </a:t>
            </a:r>
            <a:r>
              <a:rPr lang="en-GB" sz="2400" b="1" err="1">
                <a:latin typeface="Lucida Sans Unicode" pitchFamily="34" charset="0"/>
              </a:rPr>
              <a:t>DVBWorld</a:t>
            </a:r>
            <a:r>
              <a:rPr lang="en-GB" sz="2400" b="1">
                <a:latin typeface="Lucida Sans Unicode" pitchFamily="34" charset="0"/>
              </a:rPr>
              <a:t> – </a:t>
            </a:r>
            <a:r>
              <a:rPr lang="en-GB" sz="2400" b="1" dirty="0">
                <a:latin typeface="Lucida Sans Unicode" pitchFamily="34" charset="0"/>
              </a:rPr>
              <a:t>Streaming and Coding </a:t>
            </a:r>
          </a:p>
        </p:txBody>
      </p:sp>
      <p:sp>
        <p:nvSpPr>
          <p:cNvPr id="4" name="Rectangle 3">
            <a:extLst>
              <a:ext uri="{FF2B5EF4-FFF2-40B4-BE49-F238E27FC236}">
                <a16:creationId xmlns:a16="http://schemas.microsoft.com/office/drawing/2014/main" id="{2740BAD3-C0D7-41F7-9A0F-26B27F59C781}"/>
              </a:ext>
            </a:extLst>
          </p:cNvPr>
          <p:cNvSpPr/>
          <p:nvPr/>
        </p:nvSpPr>
        <p:spPr>
          <a:xfrm>
            <a:off x="7300226" y="998730"/>
            <a:ext cx="1843774" cy="523220"/>
          </a:xfrm>
          <a:prstGeom prst="rect">
            <a:avLst/>
          </a:prstGeom>
          <a:solidFill>
            <a:schemeClr val="accent2">
              <a:lumMod val="20000"/>
              <a:lumOff val="80000"/>
            </a:schemeClr>
          </a:solidFill>
        </p:spPr>
        <p:txBody>
          <a:bodyPr wrap="none">
            <a:spAutoFit/>
          </a:bodyPr>
          <a:lstStyle/>
          <a:p>
            <a:r>
              <a:rPr lang="en-GB" sz="1400" dirty="0">
                <a:solidFill>
                  <a:prstClr val="black"/>
                </a:solidFill>
              </a:rPr>
              <a:t>LL DASH</a:t>
            </a:r>
          </a:p>
          <a:p>
            <a:r>
              <a:rPr lang="en-GB" sz="1400" i="1" dirty="0">
                <a:solidFill>
                  <a:prstClr val="black"/>
                </a:solidFill>
              </a:rPr>
              <a:t>Low Latency DASH </a:t>
            </a:r>
            <a:endParaRPr lang="en-GB" sz="1400" i="1" dirty="0"/>
          </a:p>
        </p:txBody>
      </p:sp>
    </p:spTree>
    <p:extLst>
      <p:ext uri="{BB962C8B-B14F-4D97-AF65-F5344CB8AC3E}">
        <p14:creationId xmlns:p14="http://schemas.microsoft.com/office/powerpoint/2010/main" val="3937408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16590" y="340974"/>
            <a:ext cx="7180171" cy="461665"/>
          </a:xfrm>
          <a:prstGeom prst="rect">
            <a:avLst/>
          </a:prstGeom>
          <a:noFill/>
        </p:spPr>
        <p:txBody>
          <a:bodyPr wrap="none" rtlCol="0">
            <a:spAutoFit/>
          </a:bodyPr>
          <a:lstStyle/>
          <a:p>
            <a:r>
              <a:rPr lang="en-GB" sz="2400" b="1" dirty="0">
                <a:latin typeface="Lucida Sans Unicode" pitchFamily="34" charset="0"/>
              </a:rPr>
              <a:t>From </a:t>
            </a:r>
            <a:r>
              <a:rPr lang="en-GB" sz="2400" b="1" dirty="0" err="1">
                <a:latin typeface="Lucida Sans Unicode" pitchFamily="34" charset="0"/>
              </a:rPr>
              <a:t>DVBWorld</a:t>
            </a:r>
            <a:r>
              <a:rPr lang="en-GB" sz="2400" b="1" dirty="0">
                <a:latin typeface="Lucida Sans Unicode" pitchFamily="34" charset="0"/>
              </a:rPr>
              <a:t> 2019 – Streaming and Coding </a:t>
            </a:r>
          </a:p>
        </p:txBody>
      </p:sp>
      <p:sp>
        <p:nvSpPr>
          <p:cNvPr id="8" name="Rectangle 7"/>
          <p:cNvSpPr/>
          <p:nvPr/>
        </p:nvSpPr>
        <p:spPr>
          <a:xfrm>
            <a:off x="386526" y="1178750"/>
            <a:ext cx="8441126" cy="4124206"/>
          </a:xfrm>
          <a:prstGeom prst="rect">
            <a:avLst/>
          </a:prstGeom>
        </p:spPr>
        <p:txBody>
          <a:bodyPr wrap="square">
            <a:spAutoFit/>
          </a:bodyPr>
          <a:lstStyle/>
          <a:p>
            <a:pPr lvl="0">
              <a:lnSpc>
                <a:spcPct val="150000"/>
              </a:lnSpc>
            </a:pPr>
            <a:r>
              <a:rPr lang="en-GB" sz="1600" b="1" dirty="0"/>
              <a:t>Adaptive Bitrate Streaming over Multicast -</a:t>
            </a:r>
          </a:p>
          <a:p>
            <a:pPr>
              <a:lnSpc>
                <a:spcPct val="150000"/>
              </a:lnSpc>
            </a:pPr>
            <a:r>
              <a:rPr lang="en-GB" sz="1600" dirty="0">
                <a:solidFill>
                  <a:prstClr val="black"/>
                </a:solidFill>
              </a:rPr>
              <a:t>' Multicast delivery could be a key tech convergence point between broadcast and mobile network ecosystems.’ </a:t>
            </a:r>
          </a:p>
          <a:p>
            <a:pPr>
              <a:lnSpc>
                <a:spcPct val="150000"/>
              </a:lnSpc>
            </a:pPr>
            <a:r>
              <a:rPr lang="en-GB" sz="1600" i="1" dirty="0">
                <a:solidFill>
                  <a:prstClr val="black"/>
                </a:solidFill>
              </a:rPr>
              <a:t>	</a:t>
            </a:r>
            <a:r>
              <a:rPr lang="en-GB" sz="1600" i="1" dirty="0">
                <a:solidFill>
                  <a:srgbClr val="EEECE1">
                    <a:lumMod val="50000"/>
                  </a:srgbClr>
                </a:solidFill>
              </a:rPr>
              <a:t>					- Paul </a:t>
            </a:r>
            <a:r>
              <a:rPr lang="en-GB" sz="1600" i="1" dirty="0" err="1">
                <a:solidFill>
                  <a:srgbClr val="EEECE1">
                    <a:lumMod val="50000"/>
                  </a:srgbClr>
                </a:solidFill>
              </a:rPr>
              <a:t>Szucs</a:t>
            </a:r>
            <a:r>
              <a:rPr lang="en-GB" sz="1600" i="1" dirty="0">
                <a:solidFill>
                  <a:srgbClr val="EEECE1">
                    <a:lumMod val="50000"/>
                  </a:srgbClr>
                </a:solidFill>
              </a:rPr>
              <a:t>, Sony</a:t>
            </a:r>
            <a:endParaRPr lang="en-GB" sz="1600" dirty="0">
              <a:solidFill>
                <a:prstClr val="black"/>
              </a:solidFill>
            </a:endParaRPr>
          </a:p>
          <a:p>
            <a:pPr>
              <a:lnSpc>
                <a:spcPct val="150000"/>
              </a:lnSpc>
            </a:pPr>
            <a:endParaRPr lang="en-GB" sz="1600" b="1" dirty="0"/>
          </a:p>
          <a:p>
            <a:pPr>
              <a:lnSpc>
                <a:spcPct val="150000"/>
              </a:lnSpc>
            </a:pPr>
            <a:r>
              <a:rPr lang="en-GB" sz="1600" b="1" dirty="0"/>
              <a:t>Adaptive Streaming – </a:t>
            </a:r>
            <a:r>
              <a:rPr lang="en-GB" sz="1600" dirty="0"/>
              <a:t>best for efficiency and image quality = CMAF + H264 </a:t>
            </a:r>
          </a:p>
          <a:p>
            <a:pPr marL="179388">
              <a:lnSpc>
                <a:spcPct val="150000"/>
              </a:lnSpc>
            </a:pPr>
            <a:r>
              <a:rPr lang="en-GB" sz="1600" dirty="0"/>
              <a:t>	(Ignoring  legacy and interoperability issues)</a:t>
            </a:r>
          </a:p>
          <a:p>
            <a:pPr marL="179388" indent="-179388">
              <a:lnSpc>
                <a:spcPct val="150000"/>
              </a:lnSpc>
              <a:buFont typeface="Arial" panose="020B0604020202020204" pitchFamily="34" charset="0"/>
              <a:buChar char="•"/>
            </a:pPr>
            <a:r>
              <a:rPr lang="en-GB" sz="1600" dirty="0"/>
              <a:t>CMAF Common Media Application Format - has features </a:t>
            </a:r>
            <a:r>
              <a:rPr lang="en-GB" sz="1600"/>
              <a:t>beyond DASH</a:t>
            </a:r>
            <a:endParaRPr lang="en-GB" sz="1600" dirty="0"/>
          </a:p>
          <a:p>
            <a:pPr marL="179388" indent="-179388">
              <a:lnSpc>
                <a:spcPct val="150000"/>
              </a:lnSpc>
              <a:buFont typeface="Arial" panose="020B0604020202020204" pitchFamily="34" charset="0"/>
              <a:buChar char="•"/>
            </a:pPr>
            <a:endParaRPr lang="en-GB" sz="1600" dirty="0"/>
          </a:p>
          <a:p>
            <a:pPr>
              <a:lnSpc>
                <a:spcPct val="150000"/>
              </a:lnSpc>
            </a:pPr>
            <a:r>
              <a:rPr lang="en-GB" sz="1600" b="1" dirty="0"/>
              <a:t>DVB-I </a:t>
            </a:r>
            <a:r>
              <a:rPr lang="en-GB" sz="1600" dirty="0"/>
              <a:t> - enable broadcasters and network operators to offer OTT to both TV and IP-only connected devices 				</a:t>
            </a:r>
            <a:r>
              <a:rPr lang="en-GB" sz="1600" i="1" dirty="0">
                <a:solidFill>
                  <a:schemeClr val="bg2">
                    <a:lumMod val="50000"/>
                  </a:schemeClr>
                </a:solidFill>
              </a:rPr>
              <a:t>- DVB Project</a:t>
            </a:r>
          </a:p>
        </p:txBody>
      </p:sp>
    </p:spTree>
    <p:extLst>
      <p:ext uri="{BB962C8B-B14F-4D97-AF65-F5344CB8AC3E}">
        <p14:creationId xmlns:p14="http://schemas.microsoft.com/office/powerpoint/2010/main" val="2660569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F76CFC-F2A7-4E0B-B392-179CC11A4057}"/>
              </a:ext>
            </a:extLst>
          </p:cNvPr>
          <p:cNvSpPr txBox="1"/>
          <p:nvPr/>
        </p:nvSpPr>
        <p:spPr>
          <a:xfrm>
            <a:off x="416590" y="340974"/>
            <a:ext cx="4195379" cy="461665"/>
          </a:xfrm>
          <a:prstGeom prst="rect">
            <a:avLst/>
          </a:prstGeom>
          <a:noFill/>
        </p:spPr>
        <p:txBody>
          <a:bodyPr wrap="none" rtlCol="0">
            <a:spAutoFit/>
          </a:bodyPr>
          <a:lstStyle/>
          <a:p>
            <a:r>
              <a:rPr lang="en-GB" sz="2400" b="1" dirty="0">
                <a:latin typeface="Lucida Sans Unicode" pitchFamily="34" charset="0"/>
              </a:rPr>
              <a:t>From </a:t>
            </a:r>
            <a:r>
              <a:rPr lang="en-GB" sz="2400" b="1" dirty="0" err="1">
                <a:latin typeface="Lucida Sans Unicode" pitchFamily="34" charset="0"/>
              </a:rPr>
              <a:t>DVBWorld</a:t>
            </a:r>
            <a:r>
              <a:rPr lang="en-GB" sz="2400" b="1" dirty="0">
                <a:latin typeface="Lucida Sans Unicode" pitchFamily="34" charset="0"/>
              </a:rPr>
              <a:t> 2019 – 5G</a:t>
            </a:r>
          </a:p>
        </p:txBody>
      </p:sp>
      <p:sp>
        <p:nvSpPr>
          <p:cNvPr id="3" name="Rectangle 2">
            <a:extLst>
              <a:ext uri="{FF2B5EF4-FFF2-40B4-BE49-F238E27FC236}">
                <a16:creationId xmlns:a16="http://schemas.microsoft.com/office/drawing/2014/main" id="{B8BC2EB6-145C-47AA-82FB-2C7F795BF58E}"/>
              </a:ext>
            </a:extLst>
          </p:cNvPr>
          <p:cNvSpPr/>
          <p:nvPr/>
        </p:nvSpPr>
        <p:spPr>
          <a:xfrm>
            <a:off x="395287" y="908720"/>
            <a:ext cx="8092147" cy="5020605"/>
          </a:xfrm>
          <a:prstGeom prst="rect">
            <a:avLst/>
          </a:prstGeom>
        </p:spPr>
        <p:txBody>
          <a:bodyPr wrap="square">
            <a:spAutoFit/>
          </a:bodyPr>
          <a:lstStyle/>
          <a:p>
            <a:r>
              <a:rPr lang="en-GB" sz="1400" dirty="0"/>
              <a:t>Is there enough RF spectrum for broadcast &amp; 5G broadcasting?  </a:t>
            </a:r>
          </a:p>
          <a:p>
            <a:endParaRPr lang="en-GB" sz="1400" dirty="0"/>
          </a:p>
          <a:p>
            <a:r>
              <a:rPr lang="en-GB" sz="1400" dirty="0"/>
              <a:t>Direct broadcast to mobile devices failed. </a:t>
            </a:r>
          </a:p>
          <a:p>
            <a:pPr marL="285750" indent="-285750">
              <a:buFont typeface="Arial" panose="020B0604020202020204" pitchFamily="34" charset="0"/>
              <a:buChar char="•"/>
            </a:pPr>
            <a:r>
              <a:rPr lang="en-GB" sz="1400" dirty="0"/>
              <a:t>Why should 5G be any different? </a:t>
            </a:r>
          </a:p>
          <a:p>
            <a:pPr marL="285750" indent="-285750">
              <a:buFont typeface="Arial" panose="020B0604020202020204" pitchFamily="34" charset="0"/>
              <a:buChar char="•"/>
            </a:pPr>
            <a:r>
              <a:rPr lang="en-GB" sz="1400" dirty="0"/>
              <a:t>Can 5G replace DVB-T2? </a:t>
            </a:r>
          </a:p>
          <a:p>
            <a:r>
              <a:rPr lang="en-GB" sz="1400" i="1" dirty="0">
                <a:solidFill>
                  <a:schemeClr val="bg2">
                    <a:lumMod val="50000"/>
                  </a:schemeClr>
                </a:solidFill>
              </a:rPr>
              <a:t>						- Panel discussion</a:t>
            </a:r>
          </a:p>
          <a:p>
            <a:endParaRPr lang="en-GB" sz="1400" dirty="0"/>
          </a:p>
          <a:p>
            <a:r>
              <a:rPr lang="en-GB" sz="1400" dirty="0"/>
              <a:t>'Broadcasters will adopt 5G when and where it brings real benefits to their business. It will be a complement rather than a substitute for existing technologies.’ </a:t>
            </a:r>
          </a:p>
          <a:p>
            <a:r>
              <a:rPr lang="en-GB" sz="1400" i="1" dirty="0">
                <a:solidFill>
                  <a:schemeClr val="bg2">
                    <a:lumMod val="50000"/>
                  </a:schemeClr>
                </a:solidFill>
              </a:rPr>
              <a:t>						-  Darko </a:t>
            </a:r>
            <a:r>
              <a:rPr lang="en-GB" sz="1400" i="1" dirty="0" err="1">
                <a:solidFill>
                  <a:schemeClr val="bg2">
                    <a:lumMod val="50000"/>
                  </a:schemeClr>
                </a:solidFill>
              </a:rPr>
              <a:t>Ratkaj</a:t>
            </a:r>
            <a:r>
              <a:rPr lang="en-GB" sz="1400" i="1" dirty="0">
                <a:solidFill>
                  <a:schemeClr val="bg2">
                    <a:lumMod val="50000"/>
                  </a:schemeClr>
                </a:solidFill>
              </a:rPr>
              <a:t>, EBU</a:t>
            </a:r>
          </a:p>
          <a:p>
            <a:endParaRPr lang="en-GB" sz="1400" i="1" dirty="0">
              <a:solidFill>
                <a:schemeClr val="bg2">
                  <a:lumMod val="50000"/>
                </a:schemeClr>
              </a:solidFill>
            </a:endParaRPr>
          </a:p>
          <a:p>
            <a:pPr>
              <a:lnSpc>
                <a:spcPct val="150000"/>
              </a:lnSpc>
            </a:pPr>
            <a:r>
              <a:rPr lang="en-GB" sz="1400" dirty="0"/>
              <a:t>5G - What can it deliver? Enhanced mobile broadband, Massive IoT Ultra reliable &amp; low latency comms</a:t>
            </a:r>
          </a:p>
          <a:p>
            <a:pPr>
              <a:lnSpc>
                <a:spcPct val="150000"/>
              </a:lnSpc>
            </a:pPr>
            <a:r>
              <a:rPr lang="en-GB" sz="1400" i="1" dirty="0">
                <a:solidFill>
                  <a:schemeClr val="bg2">
                    <a:lumMod val="50000"/>
                  </a:schemeClr>
                </a:solidFill>
              </a:rPr>
              <a:t>						- Erik Guttman, 3GPPLive</a:t>
            </a:r>
          </a:p>
          <a:p>
            <a:pPr>
              <a:lnSpc>
                <a:spcPct val="150000"/>
              </a:lnSpc>
            </a:pPr>
            <a:endParaRPr lang="en-GB" sz="1400" i="1" dirty="0">
              <a:solidFill>
                <a:schemeClr val="bg2">
                  <a:lumMod val="50000"/>
                </a:schemeClr>
              </a:solidFill>
            </a:endParaRPr>
          </a:p>
          <a:p>
            <a:pPr>
              <a:lnSpc>
                <a:spcPct val="150000"/>
              </a:lnSpc>
            </a:pPr>
            <a:r>
              <a:rPr lang="en-GB" sz="1400" b="1" dirty="0" err="1"/>
              <a:t>eMBMS</a:t>
            </a:r>
            <a:r>
              <a:rPr lang="en-GB" sz="1400" dirty="0"/>
              <a:t> deployments may not happen </a:t>
            </a:r>
          </a:p>
          <a:p>
            <a:pPr marL="179388" indent="-179388">
              <a:lnSpc>
                <a:spcPct val="150000"/>
              </a:lnSpc>
              <a:buFont typeface="Arial" panose="020B0604020202020204" pitchFamily="34" charset="0"/>
              <a:buChar char="•"/>
            </a:pPr>
            <a:r>
              <a:rPr lang="en-GB" sz="1400" dirty="0"/>
              <a:t>but </a:t>
            </a:r>
            <a:r>
              <a:rPr lang="en-GB" sz="1400" b="1" dirty="0"/>
              <a:t>5G</a:t>
            </a:r>
            <a:r>
              <a:rPr lang="en-GB" sz="1400" dirty="0"/>
              <a:t> will offer a multi-layer system </a:t>
            </a:r>
          </a:p>
          <a:p>
            <a:pPr marL="179388" indent="-179388">
              <a:lnSpc>
                <a:spcPct val="150000"/>
              </a:lnSpc>
              <a:buFont typeface="Arial" panose="020B0604020202020204" pitchFamily="34" charset="0"/>
              <a:buChar char="•"/>
            </a:pPr>
            <a:r>
              <a:rPr lang="en-GB" sz="1400" dirty="0"/>
              <a:t>LTE-based </a:t>
            </a:r>
            <a:r>
              <a:rPr lang="en-GB" sz="1400" dirty="0" err="1"/>
              <a:t>FeMBMS</a:t>
            </a:r>
            <a:r>
              <a:rPr lang="en-GB" sz="1400" dirty="0"/>
              <a:t> </a:t>
            </a:r>
            <a:r>
              <a:rPr lang="en-GB" sz="1000" dirty="0">
                <a:solidFill>
                  <a:prstClr val="black"/>
                </a:solidFill>
              </a:rPr>
              <a:t>(Further Evolved Multimedia Broadcast Multicast Systems)</a:t>
            </a:r>
            <a:r>
              <a:rPr lang="en-GB" sz="1400" dirty="0">
                <a:solidFill>
                  <a:prstClr val="black"/>
                </a:solidFill>
              </a:rPr>
              <a:t> </a:t>
            </a:r>
            <a:r>
              <a:rPr lang="en-GB" sz="1400" dirty="0"/>
              <a:t>may have a 5G label</a:t>
            </a:r>
            <a:endParaRPr lang="en-GB" sz="1400" dirty="0">
              <a:solidFill>
                <a:prstClr val="black"/>
              </a:solidFill>
            </a:endParaRPr>
          </a:p>
          <a:p>
            <a:pPr lvl="1">
              <a:lnSpc>
                <a:spcPct val="150000"/>
              </a:lnSpc>
            </a:pPr>
            <a:r>
              <a:rPr lang="en-GB" sz="1400" i="1" dirty="0">
                <a:solidFill>
                  <a:schemeClr val="bg2">
                    <a:lumMod val="50000"/>
                  </a:schemeClr>
                </a:solidFill>
              </a:rPr>
              <a:t>				- Stefan </a:t>
            </a:r>
            <a:r>
              <a:rPr lang="en-GB" sz="1400" i="1" dirty="0" err="1">
                <a:solidFill>
                  <a:schemeClr val="bg2">
                    <a:lumMod val="50000"/>
                  </a:schemeClr>
                </a:solidFill>
              </a:rPr>
              <a:t>Ilsen</a:t>
            </a:r>
            <a:r>
              <a:rPr lang="en-GB" sz="1400" i="1" dirty="0">
                <a:solidFill>
                  <a:schemeClr val="bg2">
                    <a:lumMod val="50000"/>
                  </a:schemeClr>
                </a:solidFill>
              </a:rPr>
              <a:t>, </a:t>
            </a:r>
            <a:r>
              <a:rPr lang="en-GB" sz="1400" i="1" dirty="0" err="1">
                <a:solidFill>
                  <a:schemeClr val="bg2">
                    <a:lumMod val="50000"/>
                  </a:schemeClr>
                </a:solidFill>
              </a:rPr>
              <a:t>Institut</a:t>
            </a:r>
            <a:r>
              <a:rPr lang="en-GB" sz="1400" i="1" dirty="0">
                <a:solidFill>
                  <a:schemeClr val="bg2">
                    <a:lumMod val="50000"/>
                  </a:schemeClr>
                </a:solidFill>
              </a:rPr>
              <a:t> </a:t>
            </a:r>
            <a:r>
              <a:rPr lang="en-GB" sz="1400" i="1" dirty="0" err="1">
                <a:solidFill>
                  <a:schemeClr val="bg2">
                    <a:lumMod val="50000"/>
                  </a:schemeClr>
                </a:solidFill>
              </a:rPr>
              <a:t>für</a:t>
            </a:r>
            <a:r>
              <a:rPr lang="en-GB" sz="1400" i="1" dirty="0">
                <a:solidFill>
                  <a:schemeClr val="bg2">
                    <a:lumMod val="50000"/>
                  </a:schemeClr>
                </a:solidFill>
              </a:rPr>
              <a:t> </a:t>
            </a:r>
            <a:r>
              <a:rPr lang="en-GB" sz="1400" i="1" dirty="0" err="1">
                <a:solidFill>
                  <a:schemeClr val="bg2">
                    <a:lumMod val="50000"/>
                  </a:schemeClr>
                </a:solidFill>
              </a:rPr>
              <a:t>Nachrichtentechnik</a:t>
            </a:r>
            <a:r>
              <a:rPr lang="en-GB" sz="1400" i="1" dirty="0">
                <a:solidFill>
                  <a:schemeClr val="bg2">
                    <a:lumMod val="50000"/>
                  </a:schemeClr>
                </a:solidFill>
              </a:rPr>
              <a:t> </a:t>
            </a:r>
          </a:p>
        </p:txBody>
      </p:sp>
    </p:spTree>
    <p:extLst>
      <p:ext uri="{BB962C8B-B14F-4D97-AF65-F5344CB8AC3E}">
        <p14:creationId xmlns:p14="http://schemas.microsoft.com/office/powerpoint/2010/main" val="3265919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BE9A15-64BC-4E39-8E74-CC4F2F178BE1}"/>
              </a:ext>
            </a:extLst>
          </p:cNvPr>
          <p:cNvSpPr txBox="1"/>
          <p:nvPr/>
        </p:nvSpPr>
        <p:spPr>
          <a:xfrm>
            <a:off x="416590" y="340974"/>
            <a:ext cx="5248553" cy="461665"/>
          </a:xfrm>
          <a:prstGeom prst="rect">
            <a:avLst/>
          </a:prstGeom>
          <a:noFill/>
        </p:spPr>
        <p:txBody>
          <a:bodyPr wrap="none" rtlCol="0">
            <a:spAutoFit/>
          </a:bodyPr>
          <a:lstStyle/>
          <a:p>
            <a:r>
              <a:rPr lang="en-GB" sz="2400" b="1" dirty="0">
                <a:latin typeface="Lucida Sans Unicode" pitchFamily="34" charset="0"/>
              </a:rPr>
              <a:t>From </a:t>
            </a:r>
            <a:r>
              <a:rPr lang="en-GB" sz="2400" b="1" dirty="0" err="1">
                <a:latin typeface="Lucida Sans Unicode" pitchFamily="34" charset="0"/>
              </a:rPr>
              <a:t>DVBWorld</a:t>
            </a:r>
            <a:r>
              <a:rPr lang="en-GB" sz="2400" b="1" dirty="0">
                <a:latin typeface="Lucida Sans Unicode" pitchFamily="34" charset="0"/>
              </a:rPr>
              <a:t> – </a:t>
            </a:r>
            <a:r>
              <a:rPr lang="en-GB" sz="2400" dirty="0">
                <a:latin typeface="Lucida Sans Unicode" pitchFamily="34" charset="0"/>
              </a:rPr>
              <a:t>AR, VR; Security</a:t>
            </a:r>
          </a:p>
        </p:txBody>
      </p:sp>
      <p:sp>
        <p:nvSpPr>
          <p:cNvPr id="5" name="Rectangle 4">
            <a:extLst>
              <a:ext uri="{FF2B5EF4-FFF2-40B4-BE49-F238E27FC236}">
                <a16:creationId xmlns:a16="http://schemas.microsoft.com/office/drawing/2014/main" id="{A13C494C-9751-4DE0-8957-A56A844A0C65}"/>
              </a:ext>
            </a:extLst>
          </p:cNvPr>
          <p:cNvSpPr/>
          <p:nvPr/>
        </p:nvSpPr>
        <p:spPr>
          <a:xfrm>
            <a:off x="416590" y="1178750"/>
            <a:ext cx="8462169" cy="3293209"/>
          </a:xfrm>
          <a:prstGeom prst="rect">
            <a:avLst/>
          </a:prstGeom>
        </p:spPr>
        <p:txBody>
          <a:bodyPr wrap="square">
            <a:spAutoFit/>
          </a:bodyPr>
          <a:lstStyle/>
          <a:p>
            <a:pPr>
              <a:lnSpc>
                <a:spcPct val="150000"/>
              </a:lnSpc>
            </a:pPr>
            <a:r>
              <a:rPr lang="en-GB" sz="1600" b="1" dirty="0"/>
              <a:t>AR - </a:t>
            </a:r>
            <a:r>
              <a:rPr lang="en-GB" sz="1600" dirty="0"/>
              <a:t>significant role in TV 		</a:t>
            </a:r>
            <a:r>
              <a:rPr lang="en-GB" sz="1600" i="1" dirty="0">
                <a:solidFill>
                  <a:schemeClr val="bg2">
                    <a:lumMod val="50000"/>
                  </a:schemeClr>
                </a:solidFill>
              </a:rPr>
              <a:t>- Thomas Stockhammer, Qualcomm</a:t>
            </a:r>
          </a:p>
          <a:p>
            <a:pPr marL="179388" indent="-179388">
              <a:lnSpc>
                <a:spcPct val="150000"/>
              </a:lnSpc>
              <a:buFont typeface="Arial" panose="020B0604020202020204" pitchFamily="34" charset="0"/>
              <a:buChar char="•"/>
            </a:pPr>
            <a:r>
              <a:rPr lang="en-GB" sz="1600" dirty="0"/>
              <a:t>Is there a future for </a:t>
            </a:r>
            <a:r>
              <a:rPr lang="en-GB" sz="1600" b="1" dirty="0"/>
              <a:t>VR</a:t>
            </a:r>
            <a:r>
              <a:rPr lang="en-GB" sz="1600"/>
              <a:t>? </a:t>
            </a:r>
            <a:endParaRPr lang="en-GB" sz="1600" i="1" dirty="0">
              <a:solidFill>
                <a:schemeClr val="bg2">
                  <a:lumMod val="50000"/>
                </a:schemeClr>
              </a:solidFill>
            </a:endParaRPr>
          </a:p>
          <a:p>
            <a:pPr marL="179388" indent="-179388">
              <a:lnSpc>
                <a:spcPct val="150000"/>
              </a:lnSpc>
              <a:buFont typeface="Arial" panose="020B0604020202020204" pitchFamily="34" charset="0"/>
              <a:buChar char="•"/>
            </a:pPr>
            <a:endParaRPr lang="en-GB" sz="1600" dirty="0"/>
          </a:p>
          <a:p>
            <a:pPr marL="179388" indent="-179388">
              <a:lnSpc>
                <a:spcPct val="150000"/>
              </a:lnSpc>
              <a:buFont typeface="Arial" panose="020B0604020202020204" pitchFamily="34" charset="0"/>
              <a:buChar char="•"/>
            </a:pPr>
            <a:endParaRPr lang="en-GB" sz="1600" dirty="0"/>
          </a:p>
          <a:p>
            <a:pPr>
              <a:lnSpc>
                <a:spcPct val="150000"/>
              </a:lnSpc>
            </a:pPr>
            <a:r>
              <a:rPr lang="en-GB" sz="1600" b="1" dirty="0"/>
              <a:t>Forensic Watermarking</a:t>
            </a:r>
            <a:r>
              <a:rPr lang="en-GB" sz="1600" dirty="0"/>
              <a:t> added to content; trace origin </a:t>
            </a:r>
          </a:p>
          <a:p>
            <a:pPr marL="179388" indent="-179388">
              <a:lnSpc>
                <a:spcPct val="150000"/>
              </a:lnSpc>
              <a:buFont typeface="Arial" panose="020B0604020202020204" pitchFamily="34" charset="0"/>
              <a:buChar char="•"/>
            </a:pPr>
            <a:r>
              <a:rPr lang="en-GB" sz="1600" dirty="0"/>
              <a:t>trade off between robustness and visibility </a:t>
            </a:r>
            <a:r>
              <a:rPr lang="en-GB" sz="1600" dirty="0">
                <a:solidFill>
                  <a:schemeClr val="bg2">
                    <a:lumMod val="50000"/>
                  </a:schemeClr>
                </a:solidFill>
              </a:rPr>
              <a:t>- </a:t>
            </a:r>
            <a:r>
              <a:rPr lang="en-GB" sz="1600" i="1" dirty="0">
                <a:solidFill>
                  <a:schemeClr val="bg2">
                    <a:lumMod val="50000"/>
                  </a:schemeClr>
                </a:solidFill>
              </a:rPr>
              <a:t>Laurent </a:t>
            </a:r>
            <a:r>
              <a:rPr lang="en-GB" sz="1600" i="1" dirty="0" err="1">
                <a:solidFill>
                  <a:schemeClr val="bg2">
                    <a:lumMod val="50000"/>
                  </a:schemeClr>
                </a:solidFill>
              </a:rPr>
              <a:t>Piron</a:t>
            </a:r>
            <a:r>
              <a:rPr lang="en-GB" sz="1600" i="1" dirty="0">
                <a:solidFill>
                  <a:schemeClr val="bg2">
                    <a:lumMod val="50000"/>
                  </a:schemeClr>
                </a:solidFill>
              </a:rPr>
              <a:t>, </a:t>
            </a:r>
            <a:r>
              <a:rPr lang="en-GB" sz="1600" i="1" dirty="0" err="1">
                <a:solidFill>
                  <a:schemeClr val="bg2">
                    <a:lumMod val="50000"/>
                  </a:schemeClr>
                </a:solidFill>
              </a:rPr>
              <a:t>Nagra</a:t>
            </a:r>
            <a:r>
              <a:rPr lang="en-GB" sz="1600" i="1" dirty="0">
                <a:solidFill>
                  <a:schemeClr val="bg2">
                    <a:lumMod val="50000"/>
                  </a:schemeClr>
                </a:solidFill>
              </a:rPr>
              <a:t> </a:t>
            </a:r>
          </a:p>
          <a:p>
            <a:pPr marL="179388" indent="-179388">
              <a:lnSpc>
                <a:spcPct val="150000"/>
              </a:lnSpc>
              <a:buFont typeface="Arial" panose="020B0604020202020204" pitchFamily="34" charset="0"/>
              <a:buChar char="•"/>
            </a:pPr>
            <a:endParaRPr lang="en-GB" sz="1600" dirty="0"/>
          </a:p>
          <a:p>
            <a:pPr marL="179388" indent="-179388">
              <a:lnSpc>
                <a:spcPct val="150000"/>
              </a:lnSpc>
              <a:buFont typeface="Arial" panose="020B0604020202020204" pitchFamily="34" charset="0"/>
              <a:buChar char="•"/>
            </a:pPr>
            <a:endParaRPr lang="en-GB" sz="1600" dirty="0"/>
          </a:p>
          <a:p>
            <a:pPr lvl="7"/>
            <a:endParaRPr lang="en-GB" sz="1600" i="1" dirty="0">
              <a:solidFill>
                <a:schemeClr val="bg2">
                  <a:lumMod val="50000"/>
                </a:schemeClr>
              </a:solidFill>
            </a:endParaRPr>
          </a:p>
        </p:txBody>
      </p:sp>
      <p:sp>
        <p:nvSpPr>
          <p:cNvPr id="2" name="TextBox 1">
            <a:extLst>
              <a:ext uri="{FF2B5EF4-FFF2-40B4-BE49-F238E27FC236}">
                <a16:creationId xmlns:a16="http://schemas.microsoft.com/office/drawing/2014/main" id="{DE5BF4A2-56B4-445F-8DC3-7183BE9F96AC}"/>
              </a:ext>
            </a:extLst>
          </p:cNvPr>
          <p:cNvSpPr txBox="1"/>
          <p:nvPr/>
        </p:nvSpPr>
        <p:spPr>
          <a:xfrm>
            <a:off x="5432540" y="3609020"/>
            <a:ext cx="3716904" cy="711733"/>
          </a:xfrm>
          <a:prstGeom prst="rect">
            <a:avLst/>
          </a:prstGeom>
          <a:solidFill>
            <a:schemeClr val="accent1">
              <a:lumMod val="20000"/>
              <a:lumOff val="80000"/>
            </a:schemeClr>
          </a:solidFill>
        </p:spPr>
        <p:txBody>
          <a:bodyPr wrap="square" rtlCol="0">
            <a:spAutoFit/>
          </a:bodyPr>
          <a:lstStyle/>
          <a:p>
            <a:pPr marL="176213" indent="-176213">
              <a:lnSpc>
                <a:spcPct val="150000"/>
              </a:lnSpc>
              <a:buFont typeface="Arial" panose="020B0604020202020204" pitchFamily="34" charset="0"/>
              <a:buChar char="•"/>
            </a:pPr>
            <a:r>
              <a:rPr lang="en-GB" sz="1400">
                <a:latin typeface="Lucida Sans Unicode" pitchFamily="34" charset="0"/>
              </a:rPr>
              <a:t>Watermarking and compression</a:t>
            </a:r>
          </a:p>
          <a:p>
            <a:pPr marL="176213" indent="-176213">
              <a:lnSpc>
                <a:spcPct val="150000"/>
              </a:lnSpc>
              <a:buFont typeface="Arial" panose="020B0604020202020204" pitchFamily="34" charset="0"/>
              <a:buChar char="•"/>
            </a:pPr>
            <a:r>
              <a:rPr lang="en-GB" sz="1400">
                <a:latin typeface="Lucida Sans Unicode" pitchFamily="34" charset="0"/>
              </a:rPr>
              <a:t>Smart Contracts on DLTs (Blockchain)</a:t>
            </a:r>
            <a:endParaRPr lang="en-GB" sz="1400" dirty="0">
              <a:latin typeface="Lucida Sans Unicode" pitchFamily="34" charset="0"/>
            </a:endParaRPr>
          </a:p>
        </p:txBody>
      </p:sp>
    </p:spTree>
    <p:extLst>
      <p:ext uri="{BB962C8B-B14F-4D97-AF65-F5344CB8AC3E}">
        <p14:creationId xmlns:p14="http://schemas.microsoft.com/office/powerpoint/2010/main" val="1882086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6590" y="1674169"/>
            <a:ext cx="3996692" cy="3385542"/>
          </a:xfrm>
          <a:prstGeom prst="rect">
            <a:avLst/>
          </a:prstGeom>
        </p:spPr>
        <p:txBody>
          <a:bodyPr wrap="square">
            <a:spAutoFit/>
          </a:bodyPr>
          <a:lstStyle/>
          <a:p>
            <a:pPr>
              <a:lnSpc>
                <a:spcPct val="150000"/>
              </a:lnSpc>
            </a:pPr>
            <a:r>
              <a:rPr lang="en-GB" sz="1600" b="1" dirty="0"/>
              <a:t>Satellite Technologies </a:t>
            </a:r>
          </a:p>
          <a:p>
            <a:pPr marL="179388" indent="-179388">
              <a:lnSpc>
                <a:spcPct val="150000"/>
              </a:lnSpc>
              <a:buFont typeface="Arial" panose="020B0604020202020204" pitchFamily="34" charset="0"/>
              <a:buChar char="•"/>
            </a:pPr>
            <a:r>
              <a:rPr lang="en-GB" sz="1600" dirty="0"/>
              <a:t>need more capacity, more flexibility</a:t>
            </a:r>
          </a:p>
          <a:p>
            <a:pPr marL="179388" indent="-179388">
              <a:lnSpc>
                <a:spcPct val="150000"/>
              </a:lnSpc>
              <a:buFont typeface="Arial" panose="020B0604020202020204" pitchFamily="34" charset="0"/>
              <a:buChar char="•"/>
            </a:pPr>
            <a:r>
              <a:rPr lang="en-GB" sz="1600" dirty="0"/>
              <a:t>finding new markets are key</a:t>
            </a:r>
          </a:p>
          <a:p>
            <a:pPr marL="179388" indent="-179388">
              <a:lnSpc>
                <a:spcPct val="150000"/>
              </a:lnSpc>
              <a:buFont typeface="Arial" panose="020B0604020202020204" pitchFamily="34" charset="0"/>
              <a:buChar char="•"/>
            </a:pPr>
            <a:endParaRPr lang="en-GB" sz="1600" dirty="0"/>
          </a:p>
          <a:p>
            <a:pPr marL="179388" indent="-179388">
              <a:lnSpc>
                <a:spcPct val="150000"/>
              </a:lnSpc>
              <a:buFont typeface="Arial" panose="020B0604020202020204" pitchFamily="34" charset="0"/>
              <a:buChar char="•"/>
            </a:pPr>
            <a:r>
              <a:rPr lang="en-GB" sz="1600" dirty="0"/>
              <a:t>Next generation satellites - programmable beams, electrical propulsion (much lighter)</a:t>
            </a:r>
          </a:p>
          <a:p>
            <a:pPr marL="636588" lvl="1" indent="-179388">
              <a:lnSpc>
                <a:spcPct val="150000"/>
              </a:lnSpc>
              <a:buFont typeface="Arial" panose="020B0604020202020204" pitchFamily="34" charset="0"/>
              <a:buChar char="•"/>
            </a:pPr>
            <a:r>
              <a:rPr lang="en-GB" sz="1600" dirty="0"/>
              <a:t>Other frontiers are </a:t>
            </a:r>
            <a:r>
              <a:rPr lang="en-GB" sz="1600" dirty="0" err="1"/>
              <a:t>cubesats</a:t>
            </a:r>
            <a:r>
              <a:rPr lang="en-GB" sz="1600" dirty="0"/>
              <a:t> and nanosats.  </a:t>
            </a:r>
          </a:p>
        </p:txBody>
      </p:sp>
      <p:pic>
        <p:nvPicPr>
          <p:cNvPr id="2050" name="Picture 2" descr="Image result for cubesa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1999" y="42972"/>
            <a:ext cx="4572001" cy="326239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16590" y="340974"/>
            <a:ext cx="4233851" cy="461665"/>
          </a:xfrm>
          <a:prstGeom prst="rect">
            <a:avLst/>
          </a:prstGeom>
          <a:noFill/>
        </p:spPr>
        <p:txBody>
          <a:bodyPr wrap="none" rtlCol="0">
            <a:spAutoFit/>
          </a:bodyPr>
          <a:lstStyle/>
          <a:p>
            <a:r>
              <a:rPr lang="en-GB" sz="2400" b="1" dirty="0">
                <a:latin typeface="Lucida Sans Unicode" pitchFamily="34" charset="0"/>
              </a:rPr>
              <a:t>From </a:t>
            </a:r>
            <a:r>
              <a:rPr lang="en-GB" sz="2400" b="1" dirty="0" err="1">
                <a:latin typeface="Lucida Sans Unicode" pitchFamily="34" charset="0"/>
              </a:rPr>
              <a:t>DVBWorld</a:t>
            </a:r>
            <a:r>
              <a:rPr lang="en-GB" sz="2400" b="1" dirty="0">
                <a:latin typeface="Lucida Sans Unicode" pitchFamily="34" charset="0"/>
              </a:rPr>
              <a:t> - Satellites</a:t>
            </a:r>
          </a:p>
        </p:txBody>
      </p:sp>
      <p:sp>
        <p:nvSpPr>
          <p:cNvPr id="7" name="Rectangle 6"/>
          <p:cNvSpPr/>
          <p:nvPr/>
        </p:nvSpPr>
        <p:spPr>
          <a:xfrm>
            <a:off x="4481991" y="3063374"/>
            <a:ext cx="981359" cy="307777"/>
          </a:xfrm>
          <a:prstGeom prst="rect">
            <a:avLst/>
          </a:prstGeom>
        </p:spPr>
        <p:txBody>
          <a:bodyPr wrap="none">
            <a:spAutoFit/>
          </a:bodyPr>
          <a:lstStyle/>
          <a:p>
            <a:r>
              <a:rPr lang="en-GB" sz="1400" dirty="0" err="1">
                <a:solidFill>
                  <a:schemeClr val="bg1"/>
                </a:solidFill>
              </a:rPr>
              <a:t>Cubesats</a:t>
            </a:r>
            <a:endParaRPr lang="en-GB" sz="1400" dirty="0">
              <a:solidFill>
                <a:schemeClr val="bg1"/>
              </a:solidFill>
            </a:endParaRPr>
          </a:p>
        </p:txBody>
      </p:sp>
    </p:spTree>
    <p:extLst>
      <p:ext uri="{BB962C8B-B14F-4D97-AF65-F5344CB8AC3E}">
        <p14:creationId xmlns:p14="http://schemas.microsoft.com/office/powerpoint/2010/main" val="3076269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339D65-67D9-4CED-8B7A-D718A2BCB285}"/>
              </a:ext>
            </a:extLst>
          </p:cNvPr>
          <p:cNvSpPr/>
          <p:nvPr/>
        </p:nvSpPr>
        <p:spPr>
          <a:xfrm>
            <a:off x="390751" y="1182231"/>
            <a:ext cx="8600817" cy="3385542"/>
          </a:xfrm>
          <a:prstGeom prst="rect">
            <a:avLst/>
          </a:prstGeom>
        </p:spPr>
        <p:txBody>
          <a:bodyPr wrap="square">
            <a:spAutoFit/>
          </a:bodyPr>
          <a:lstStyle/>
          <a:p>
            <a:pPr>
              <a:lnSpc>
                <a:spcPct val="150000"/>
              </a:lnSpc>
            </a:pPr>
            <a:r>
              <a:rPr lang="en-GB" sz="1600" b="1" dirty="0" err="1"/>
              <a:t>HbbTV</a:t>
            </a:r>
            <a:r>
              <a:rPr lang="en-GB" sz="1600" dirty="0"/>
              <a:t> - national variations in the systems, but also much commonality</a:t>
            </a:r>
          </a:p>
          <a:p>
            <a:pPr marL="179388" indent="-179388">
              <a:lnSpc>
                <a:spcPct val="150000"/>
              </a:lnSpc>
              <a:buFont typeface="Arial" panose="020B0604020202020204" pitchFamily="34" charset="0"/>
              <a:buChar char="•"/>
            </a:pPr>
            <a:r>
              <a:rPr lang="en-GB" sz="1600" dirty="0"/>
              <a:t>Growing use in IPTV networks. Latest version 2.0.2  </a:t>
            </a:r>
          </a:p>
          <a:p>
            <a:pPr lvl="2">
              <a:lnSpc>
                <a:spcPct val="150000"/>
              </a:lnSpc>
            </a:pPr>
            <a:r>
              <a:rPr lang="en-GB" sz="1600" i="1" dirty="0">
                <a:solidFill>
                  <a:schemeClr val="bg2">
                    <a:lumMod val="50000"/>
                  </a:schemeClr>
                </a:solidFill>
              </a:rPr>
              <a:t>		- Jon </a:t>
            </a:r>
            <a:r>
              <a:rPr lang="en-GB" sz="1600" i="1" dirty="0" err="1">
                <a:solidFill>
                  <a:schemeClr val="bg2">
                    <a:lumMod val="50000"/>
                  </a:schemeClr>
                </a:solidFill>
              </a:rPr>
              <a:t>Piesing</a:t>
            </a:r>
            <a:r>
              <a:rPr lang="en-GB" sz="1600" i="1" dirty="0">
                <a:solidFill>
                  <a:schemeClr val="bg2">
                    <a:lumMod val="50000"/>
                  </a:schemeClr>
                </a:solidFill>
              </a:rPr>
              <a:t>, Director, Standardisation at TP Vision</a:t>
            </a:r>
          </a:p>
          <a:p>
            <a:pPr lvl="2">
              <a:lnSpc>
                <a:spcPct val="150000"/>
              </a:lnSpc>
            </a:pPr>
            <a:endParaRPr lang="en-GB" sz="1600" i="1" dirty="0">
              <a:solidFill>
                <a:schemeClr val="bg2">
                  <a:lumMod val="50000"/>
                </a:schemeClr>
              </a:solidFill>
            </a:endParaRPr>
          </a:p>
          <a:p>
            <a:pPr marL="179388" indent="-179388">
              <a:lnSpc>
                <a:spcPct val="150000"/>
              </a:lnSpc>
              <a:buFont typeface="Arial" panose="020B0604020202020204" pitchFamily="34" charset="0"/>
              <a:buChar char="•"/>
            </a:pPr>
            <a:r>
              <a:rPr lang="en-GB" sz="1600" dirty="0"/>
              <a:t>adaptive streaming is key in </a:t>
            </a:r>
            <a:r>
              <a:rPr lang="en-GB" sz="1600" dirty="0" err="1"/>
              <a:t>Hbb</a:t>
            </a:r>
            <a:r>
              <a:rPr lang="en-GB" sz="1600" dirty="0"/>
              <a:t> </a:t>
            </a:r>
          </a:p>
          <a:p>
            <a:pPr marL="636588" lvl="1" indent="-179388">
              <a:lnSpc>
                <a:spcPct val="150000"/>
              </a:lnSpc>
              <a:buFont typeface="Arial" panose="020B0604020202020204" pitchFamily="34" charset="0"/>
              <a:buChar char="•"/>
            </a:pPr>
            <a:r>
              <a:rPr lang="en-GB" sz="1600" dirty="0"/>
              <a:t>Adaptive Systems are now included in </a:t>
            </a:r>
            <a:r>
              <a:rPr lang="en-GB" sz="1600" dirty="0" err="1"/>
              <a:t>HbbTV</a:t>
            </a:r>
            <a:r>
              <a:rPr lang="en-GB" sz="1600" dirty="0"/>
              <a:t> 1.5 and beyond. </a:t>
            </a:r>
          </a:p>
          <a:p>
            <a:pPr marL="179388" indent="-179388">
              <a:lnSpc>
                <a:spcPct val="150000"/>
              </a:lnSpc>
              <a:buFont typeface="Arial" panose="020B0604020202020204" pitchFamily="34" charset="0"/>
              <a:buChar char="•"/>
            </a:pPr>
            <a:endParaRPr lang="en-GB" sz="1600" i="1" dirty="0">
              <a:solidFill>
                <a:schemeClr val="bg2">
                  <a:lumMod val="50000"/>
                </a:schemeClr>
              </a:solidFill>
            </a:endParaRPr>
          </a:p>
          <a:p>
            <a:pPr marL="179388" indent="-179388">
              <a:lnSpc>
                <a:spcPct val="150000"/>
              </a:lnSpc>
              <a:buFont typeface="Arial" panose="020B0604020202020204" pitchFamily="34" charset="0"/>
              <a:buChar char="•"/>
            </a:pPr>
            <a:endParaRPr lang="en-GB" sz="1600" i="1" dirty="0">
              <a:solidFill>
                <a:schemeClr val="bg2">
                  <a:lumMod val="50000"/>
                </a:schemeClr>
              </a:solidFill>
            </a:endParaRPr>
          </a:p>
          <a:p>
            <a:pPr marL="179388" indent="-179388">
              <a:lnSpc>
                <a:spcPct val="150000"/>
              </a:lnSpc>
              <a:buFont typeface="Arial" panose="020B0604020202020204" pitchFamily="34" charset="0"/>
              <a:buChar char="•"/>
            </a:pPr>
            <a:endParaRPr lang="en-GB" sz="1600" i="1" dirty="0">
              <a:solidFill>
                <a:schemeClr val="bg2">
                  <a:lumMod val="50000"/>
                </a:schemeClr>
              </a:solidFill>
            </a:endParaRPr>
          </a:p>
        </p:txBody>
      </p:sp>
      <p:sp>
        <p:nvSpPr>
          <p:cNvPr id="5" name="TextBox 4">
            <a:extLst>
              <a:ext uri="{FF2B5EF4-FFF2-40B4-BE49-F238E27FC236}">
                <a16:creationId xmlns:a16="http://schemas.microsoft.com/office/drawing/2014/main" id="{82D51A1C-823D-4326-8EFE-5B96CB181AA0}"/>
              </a:ext>
            </a:extLst>
          </p:cNvPr>
          <p:cNvSpPr txBox="1"/>
          <p:nvPr/>
        </p:nvSpPr>
        <p:spPr>
          <a:xfrm>
            <a:off x="416590" y="340974"/>
            <a:ext cx="3884397" cy="461665"/>
          </a:xfrm>
          <a:prstGeom prst="rect">
            <a:avLst/>
          </a:prstGeom>
          <a:noFill/>
        </p:spPr>
        <p:txBody>
          <a:bodyPr wrap="none" rtlCol="0">
            <a:spAutoFit/>
          </a:bodyPr>
          <a:lstStyle/>
          <a:p>
            <a:r>
              <a:rPr lang="en-GB" sz="2400" b="1" dirty="0">
                <a:latin typeface="Lucida Sans Unicode" pitchFamily="34" charset="0"/>
              </a:rPr>
              <a:t>From </a:t>
            </a:r>
            <a:r>
              <a:rPr lang="en-GB" sz="2400" b="1" dirty="0" err="1">
                <a:latin typeface="Lucida Sans Unicode" pitchFamily="34" charset="0"/>
              </a:rPr>
              <a:t>DVBWorld</a:t>
            </a:r>
            <a:r>
              <a:rPr lang="en-GB" sz="2400" b="1" dirty="0">
                <a:latin typeface="Lucida Sans Unicode" pitchFamily="34" charset="0"/>
              </a:rPr>
              <a:t> – </a:t>
            </a:r>
            <a:r>
              <a:rPr lang="en-GB" sz="2400" b="1" dirty="0" err="1">
                <a:latin typeface="Lucida Sans Unicode" pitchFamily="34" charset="0"/>
              </a:rPr>
              <a:t>HbbTV</a:t>
            </a:r>
            <a:endParaRPr lang="en-GB" sz="2400" b="1" dirty="0">
              <a:latin typeface="Lucida Sans Unicode" pitchFamily="34" charset="0"/>
            </a:endParaRPr>
          </a:p>
        </p:txBody>
      </p:sp>
      <p:sp>
        <p:nvSpPr>
          <p:cNvPr id="6" name="Rectangle 5">
            <a:extLst>
              <a:ext uri="{FF2B5EF4-FFF2-40B4-BE49-F238E27FC236}">
                <a16:creationId xmlns:a16="http://schemas.microsoft.com/office/drawing/2014/main" id="{C84B4B1E-7172-4E83-9A06-CE3402621357}"/>
              </a:ext>
            </a:extLst>
          </p:cNvPr>
          <p:cNvSpPr/>
          <p:nvPr/>
        </p:nvSpPr>
        <p:spPr>
          <a:xfrm>
            <a:off x="4481991" y="3063374"/>
            <a:ext cx="981359" cy="307777"/>
          </a:xfrm>
          <a:prstGeom prst="rect">
            <a:avLst/>
          </a:prstGeom>
        </p:spPr>
        <p:txBody>
          <a:bodyPr wrap="none">
            <a:spAutoFit/>
          </a:bodyPr>
          <a:lstStyle/>
          <a:p>
            <a:r>
              <a:rPr lang="en-GB" sz="1400" dirty="0" err="1">
                <a:solidFill>
                  <a:schemeClr val="bg1"/>
                </a:solidFill>
              </a:rPr>
              <a:t>Cubesats</a:t>
            </a:r>
            <a:endParaRPr lang="en-GB" sz="1400" dirty="0">
              <a:solidFill>
                <a:schemeClr val="bg1"/>
              </a:solidFill>
            </a:endParaRPr>
          </a:p>
        </p:txBody>
      </p:sp>
    </p:spTree>
    <p:extLst>
      <p:ext uri="{BB962C8B-B14F-4D97-AF65-F5344CB8AC3E}">
        <p14:creationId xmlns:p14="http://schemas.microsoft.com/office/powerpoint/2010/main" val="73302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9884" y="1366897"/>
            <a:ext cx="8407182" cy="4493538"/>
          </a:xfrm>
          <a:prstGeom prst="rect">
            <a:avLst/>
          </a:prstGeom>
        </p:spPr>
        <p:txBody>
          <a:bodyPr wrap="square">
            <a:spAutoFit/>
          </a:bodyPr>
          <a:lstStyle/>
          <a:p>
            <a:pPr marL="177800" indent="-177800">
              <a:lnSpc>
                <a:spcPct val="150000"/>
              </a:lnSpc>
              <a:buFont typeface="Arial" panose="020B0604020202020204" pitchFamily="34" charset="0"/>
              <a:buChar char="•"/>
            </a:pPr>
            <a:r>
              <a:rPr lang="en-GB" sz="1600"/>
              <a:t>OTT becoming </a:t>
            </a:r>
            <a:r>
              <a:rPr lang="en-GB" sz="1600" dirty="0"/>
              <a:t>a dominant way of </a:t>
            </a:r>
            <a:r>
              <a:rPr lang="en-GB" sz="1600"/>
              <a:t>delivering sport </a:t>
            </a:r>
          </a:p>
          <a:p>
            <a:pPr lvl="2">
              <a:lnSpc>
                <a:spcPct val="150000"/>
              </a:lnSpc>
            </a:pPr>
            <a:r>
              <a:rPr lang="en-GB" sz="1600" i="1">
                <a:solidFill>
                  <a:schemeClr val="bg2">
                    <a:lumMod val="50000"/>
                  </a:schemeClr>
                </a:solidFill>
              </a:rPr>
              <a:t>				 Marina Kalkanis, M2A Media</a:t>
            </a:r>
            <a:r>
              <a:rPr lang="en-GB" sz="1600"/>
              <a:t> </a:t>
            </a:r>
          </a:p>
          <a:p>
            <a:pPr marL="635000" lvl="1" indent="-177800">
              <a:lnSpc>
                <a:spcPct val="150000"/>
              </a:lnSpc>
              <a:buFont typeface="Arial" panose="020B0604020202020204" pitchFamily="34" charset="0"/>
              <a:buChar char="•"/>
            </a:pPr>
            <a:r>
              <a:rPr lang="en-GB" sz="1600"/>
              <a:t>But </a:t>
            </a:r>
            <a:r>
              <a:rPr lang="en-GB" sz="1600" dirty="0"/>
              <a:t>latency is an issue</a:t>
            </a:r>
            <a:r>
              <a:rPr lang="en-GB" sz="1600"/>
              <a:t>. </a:t>
            </a:r>
          </a:p>
          <a:p>
            <a:pPr lvl="1">
              <a:lnSpc>
                <a:spcPct val="150000"/>
              </a:lnSpc>
            </a:pPr>
            <a:r>
              <a:rPr lang="en-GB" sz="1600"/>
              <a:t>	“.. there’s no </a:t>
            </a:r>
            <a:r>
              <a:rPr lang="en-GB" sz="1600" dirty="0"/>
              <a:t>doubt </a:t>
            </a:r>
            <a:r>
              <a:rPr lang="en-GB" sz="1600"/>
              <a:t>that broadcast </a:t>
            </a:r>
            <a:r>
              <a:rPr lang="en-GB" sz="1600" dirty="0"/>
              <a:t>latency is better than </a:t>
            </a:r>
            <a:r>
              <a:rPr lang="en-GB" sz="1600"/>
              <a:t>online latency"</a:t>
            </a:r>
            <a:endParaRPr lang="en-GB" sz="1600" dirty="0"/>
          </a:p>
          <a:p>
            <a:pPr marL="177800" indent="-177800">
              <a:lnSpc>
                <a:spcPct val="150000"/>
              </a:lnSpc>
              <a:buFont typeface="Arial" panose="020B0604020202020204" pitchFamily="34" charset="0"/>
              <a:buChar char="•"/>
            </a:pPr>
            <a:endParaRPr lang="en-GB" sz="1600"/>
          </a:p>
          <a:p>
            <a:pPr marL="177800" indent="-177800">
              <a:lnSpc>
                <a:spcPct val="150000"/>
              </a:lnSpc>
              <a:buFont typeface="Arial" panose="020B0604020202020204" pitchFamily="34" charset="0"/>
              <a:buChar char="•"/>
            </a:pPr>
            <a:endParaRPr lang="en-GB" sz="1600"/>
          </a:p>
          <a:p>
            <a:pPr marL="285750" indent="-285750">
              <a:lnSpc>
                <a:spcPct val="150000"/>
              </a:lnSpc>
              <a:buFont typeface="Arial" panose="020B0604020202020204" pitchFamily="34" charset="0"/>
              <a:buChar char="•"/>
            </a:pPr>
            <a:r>
              <a:rPr lang="en-GB" sz="1600"/>
              <a:t>&gt;70% EE traffic is video</a:t>
            </a:r>
          </a:p>
          <a:p>
            <a:pPr marL="742950" lvl="1" indent="-285750">
              <a:lnSpc>
                <a:spcPct val="150000"/>
              </a:lnSpc>
              <a:buFont typeface="Arial" panose="020B0604020202020204" pitchFamily="34" charset="0"/>
              <a:buChar char="•"/>
            </a:pPr>
            <a:r>
              <a:rPr lang="en-GB" sz="1600"/>
              <a:t>The most </a:t>
            </a:r>
            <a:r>
              <a:rPr lang="en-GB" sz="1600" dirty="0"/>
              <a:t>well defined use case for 5G is for </a:t>
            </a:r>
            <a:r>
              <a:rPr lang="en-GB" sz="1600" b="1" dirty="0"/>
              <a:t>remote production </a:t>
            </a:r>
            <a:r>
              <a:rPr lang="en-GB" sz="1600" b="1"/>
              <a:t>outside broadcast</a:t>
            </a:r>
            <a:endParaRPr lang="en-GB" sz="1600"/>
          </a:p>
          <a:p>
            <a:pPr marL="177800" indent="-177800">
              <a:lnSpc>
                <a:spcPct val="150000"/>
              </a:lnSpc>
              <a:buFont typeface="Arial" panose="020B0604020202020204" pitchFamily="34" charset="0"/>
              <a:buChar char="•"/>
            </a:pPr>
            <a:endParaRPr lang="en-GB" sz="1600"/>
          </a:p>
          <a:p>
            <a:pPr marL="177800" indent="-177800">
              <a:lnSpc>
                <a:spcPct val="150000"/>
              </a:lnSpc>
              <a:buFont typeface="Arial" panose="020B0604020202020204" pitchFamily="34" charset="0"/>
              <a:buChar char="•"/>
            </a:pPr>
            <a:r>
              <a:rPr lang="en-GB" sz="1600"/>
              <a:t>Massive usage spike on </a:t>
            </a:r>
            <a:r>
              <a:rPr lang="en-GB" sz="1600" dirty="0"/>
              <a:t>mobile networks during </a:t>
            </a:r>
            <a:r>
              <a:rPr lang="en-GB" sz="1600" b="1" dirty="0"/>
              <a:t>big football matches</a:t>
            </a:r>
            <a:r>
              <a:rPr lang="en-GB" sz="1600" dirty="0"/>
              <a:t>, known as </a:t>
            </a:r>
            <a:r>
              <a:rPr lang="en-GB" sz="1600" i="1" dirty="0"/>
              <a:t>'the </a:t>
            </a:r>
            <a:r>
              <a:rPr lang="en-GB" sz="1600" i="1"/>
              <a:t>football curve’</a:t>
            </a:r>
            <a:endParaRPr lang="en-GB" sz="1600" i="1" dirty="0"/>
          </a:p>
        </p:txBody>
      </p:sp>
      <p:sp>
        <p:nvSpPr>
          <p:cNvPr id="4" name="Rectangle 3"/>
          <p:cNvSpPr/>
          <p:nvPr/>
        </p:nvSpPr>
        <p:spPr>
          <a:xfrm>
            <a:off x="394219" y="383207"/>
            <a:ext cx="7373136" cy="461665"/>
          </a:xfrm>
          <a:prstGeom prst="rect">
            <a:avLst/>
          </a:prstGeom>
        </p:spPr>
        <p:txBody>
          <a:bodyPr wrap="square">
            <a:spAutoFit/>
          </a:bodyPr>
          <a:lstStyle/>
          <a:p>
            <a:r>
              <a:rPr lang="en-GB" sz="2400" b="1"/>
              <a:t>TV/Online Sports </a:t>
            </a:r>
            <a:endParaRPr lang="en-GB" sz="2400" b="1" dirty="0"/>
          </a:p>
        </p:txBody>
      </p:sp>
    </p:spTree>
    <p:extLst>
      <p:ext uri="{BB962C8B-B14F-4D97-AF65-F5344CB8AC3E}">
        <p14:creationId xmlns:p14="http://schemas.microsoft.com/office/powerpoint/2010/main" val="2450478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8D7D74-E01A-4A19-8D96-0659BF25EC72}"/>
              </a:ext>
            </a:extLst>
          </p:cNvPr>
          <p:cNvSpPr/>
          <p:nvPr/>
        </p:nvSpPr>
        <p:spPr>
          <a:xfrm>
            <a:off x="381702" y="1736229"/>
            <a:ext cx="8407182" cy="3016210"/>
          </a:xfrm>
          <a:prstGeom prst="rect">
            <a:avLst/>
          </a:prstGeom>
        </p:spPr>
        <p:txBody>
          <a:bodyPr wrap="square">
            <a:spAutoFit/>
          </a:bodyPr>
          <a:lstStyle/>
          <a:p>
            <a:pPr marL="177800" indent="-177800">
              <a:lnSpc>
                <a:spcPct val="150000"/>
              </a:lnSpc>
              <a:buFont typeface="Arial" panose="020B0604020202020204" pitchFamily="34" charset="0"/>
              <a:buChar char="•"/>
            </a:pPr>
            <a:r>
              <a:rPr lang="en-GB" sz="1600"/>
              <a:t>4K expensive </a:t>
            </a:r>
            <a:r>
              <a:rPr lang="en-GB" sz="1600" dirty="0"/>
              <a:t>for </a:t>
            </a:r>
            <a:r>
              <a:rPr lang="en-GB" sz="1600"/>
              <a:t>mobile - </a:t>
            </a:r>
            <a:r>
              <a:rPr lang="en-GB" sz="1600" i="1">
                <a:solidFill>
                  <a:schemeClr val="bg2">
                    <a:lumMod val="50000"/>
                  </a:schemeClr>
                </a:solidFill>
              </a:rPr>
              <a:t>Matt Stagg, EE</a:t>
            </a:r>
            <a:r>
              <a:rPr lang="en-GB" sz="1600"/>
              <a:t>. </a:t>
            </a:r>
          </a:p>
          <a:p>
            <a:pPr marL="635000" lvl="1" indent="-177800">
              <a:lnSpc>
                <a:spcPct val="150000"/>
              </a:lnSpc>
              <a:buFont typeface="Arial" panose="020B0604020202020204" pitchFamily="34" charset="0"/>
              <a:buChar char="•"/>
            </a:pPr>
            <a:r>
              <a:rPr lang="en-GB" sz="1600"/>
              <a:t>The </a:t>
            </a:r>
            <a:r>
              <a:rPr lang="en-GB" sz="1600" dirty="0"/>
              <a:t>optimum for mobile is HD </a:t>
            </a:r>
            <a:r>
              <a:rPr lang="en-GB" sz="1600"/>
              <a:t>with HDR</a:t>
            </a:r>
            <a:endParaRPr lang="en-GB" sz="1600" dirty="0"/>
          </a:p>
          <a:p>
            <a:pPr lvl="8">
              <a:lnSpc>
                <a:spcPct val="150000"/>
              </a:lnSpc>
            </a:pPr>
            <a:endParaRPr lang="en-GB" sz="1600" i="1">
              <a:solidFill>
                <a:schemeClr val="bg2">
                  <a:lumMod val="50000"/>
                </a:schemeClr>
              </a:solidFill>
            </a:endParaRPr>
          </a:p>
          <a:p>
            <a:pPr marL="177800" indent="-177800">
              <a:lnSpc>
                <a:spcPct val="150000"/>
              </a:lnSpc>
              <a:buFont typeface="Arial" panose="020B0604020202020204" pitchFamily="34" charset="0"/>
              <a:buChar char="•"/>
            </a:pPr>
            <a:r>
              <a:rPr lang="en-GB" sz="1600"/>
              <a:t>Industry is not seeing great deal of demand for </a:t>
            </a:r>
            <a:r>
              <a:rPr lang="en-GB" sz="1600" b="1"/>
              <a:t>4K</a:t>
            </a:r>
            <a:r>
              <a:rPr lang="en-GB" sz="1600"/>
              <a:t>. Uptake is fairly limited</a:t>
            </a:r>
            <a:endParaRPr lang="en-GB" sz="1600" i="1">
              <a:solidFill>
                <a:schemeClr val="bg2">
                  <a:lumMod val="50000"/>
                </a:schemeClr>
              </a:solidFill>
            </a:endParaRPr>
          </a:p>
          <a:p>
            <a:pPr lvl="1">
              <a:lnSpc>
                <a:spcPct val="150000"/>
              </a:lnSpc>
            </a:pPr>
            <a:r>
              <a:rPr lang="en-GB" sz="1600" i="1">
                <a:solidFill>
                  <a:schemeClr val="bg2">
                    <a:lumMod val="50000"/>
                  </a:schemeClr>
                </a:solidFill>
              </a:rPr>
              <a:t>							Panel discussion</a:t>
            </a:r>
          </a:p>
          <a:p>
            <a:pPr marL="177800" indent="-177800">
              <a:lnSpc>
                <a:spcPct val="150000"/>
              </a:lnSpc>
              <a:buFont typeface="Arial" panose="020B0604020202020204" pitchFamily="34" charset="0"/>
              <a:buChar char="•"/>
            </a:pPr>
            <a:endParaRPr lang="en-GB" sz="1600" b="1"/>
          </a:p>
          <a:p>
            <a:pPr marL="177800" indent="-177800">
              <a:lnSpc>
                <a:spcPct val="150000"/>
              </a:lnSpc>
              <a:buFont typeface="Arial" panose="020B0604020202020204" pitchFamily="34" charset="0"/>
              <a:buChar char="•"/>
            </a:pPr>
            <a:r>
              <a:rPr lang="en-GB" sz="1600" b="1"/>
              <a:t>WCG and HDR </a:t>
            </a:r>
            <a:r>
              <a:rPr lang="en-GB" sz="1600"/>
              <a:t>knocks spots off anything that extra pixels does </a:t>
            </a:r>
            <a:endParaRPr lang="en-GB" sz="1600" i="1">
              <a:solidFill>
                <a:schemeClr val="bg2">
                  <a:lumMod val="50000"/>
                </a:schemeClr>
              </a:solidFill>
            </a:endParaRPr>
          </a:p>
          <a:p>
            <a:pPr lvl="8">
              <a:lnSpc>
                <a:spcPct val="150000"/>
              </a:lnSpc>
            </a:pPr>
            <a:r>
              <a:rPr lang="en-GB" sz="1600" i="1">
                <a:solidFill>
                  <a:schemeClr val="bg2">
                    <a:lumMod val="50000"/>
                  </a:schemeClr>
                </a:solidFill>
              </a:rPr>
              <a:t>		Shane Warden, ATP Media</a:t>
            </a:r>
          </a:p>
        </p:txBody>
      </p:sp>
      <p:sp>
        <p:nvSpPr>
          <p:cNvPr id="4" name="Rectangle 3">
            <a:extLst>
              <a:ext uri="{FF2B5EF4-FFF2-40B4-BE49-F238E27FC236}">
                <a16:creationId xmlns:a16="http://schemas.microsoft.com/office/drawing/2014/main" id="{BAFB8D50-F9C8-47BF-BA01-55AF186BE5EB}"/>
              </a:ext>
            </a:extLst>
          </p:cNvPr>
          <p:cNvSpPr/>
          <p:nvPr/>
        </p:nvSpPr>
        <p:spPr>
          <a:xfrm>
            <a:off x="394219" y="383207"/>
            <a:ext cx="7373136" cy="461665"/>
          </a:xfrm>
          <a:prstGeom prst="rect">
            <a:avLst/>
          </a:prstGeom>
        </p:spPr>
        <p:txBody>
          <a:bodyPr wrap="square">
            <a:spAutoFit/>
          </a:bodyPr>
          <a:lstStyle/>
          <a:p>
            <a:r>
              <a:rPr lang="en-GB" sz="2400" b="1"/>
              <a:t>TV/Online Sports </a:t>
            </a:r>
            <a:endParaRPr lang="en-GB" sz="2400" b="1" dirty="0"/>
          </a:p>
        </p:txBody>
      </p:sp>
    </p:spTree>
    <p:extLst>
      <p:ext uri="{BB962C8B-B14F-4D97-AF65-F5344CB8AC3E}">
        <p14:creationId xmlns:p14="http://schemas.microsoft.com/office/powerpoint/2010/main" val="3031039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8785" y="1043735"/>
            <a:ext cx="8407182" cy="5232202"/>
          </a:xfrm>
          <a:prstGeom prst="rect">
            <a:avLst/>
          </a:prstGeom>
        </p:spPr>
        <p:txBody>
          <a:bodyPr wrap="square">
            <a:spAutoFit/>
          </a:bodyPr>
          <a:lstStyle/>
          <a:p>
            <a:pPr marL="177800" indent="-177800">
              <a:lnSpc>
                <a:spcPct val="150000"/>
              </a:lnSpc>
              <a:buFont typeface="Arial" panose="020B0604020202020204" pitchFamily="34" charset="0"/>
              <a:buChar char="•"/>
            </a:pPr>
            <a:r>
              <a:rPr lang="en-GB" sz="1600"/>
              <a:t>The </a:t>
            </a:r>
            <a:r>
              <a:rPr lang="en-GB" sz="1600" b="1"/>
              <a:t>clips </a:t>
            </a:r>
            <a:r>
              <a:rPr lang="en-GB" sz="1600"/>
              <a:t>business </a:t>
            </a:r>
          </a:p>
          <a:p>
            <a:pPr marL="635000" lvl="1" indent="-177800">
              <a:lnSpc>
                <a:spcPct val="150000"/>
              </a:lnSpc>
              <a:buFont typeface="Arial" panose="020B0604020202020204" pitchFamily="34" charset="0"/>
              <a:buChar char="•"/>
            </a:pPr>
            <a:r>
              <a:rPr lang="en-GB" sz="1600"/>
              <a:t>one of the fastest rising parts of the sports video industry thanks to rise of Facebook etc (!!) .. a market that barely existed a few years ago</a:t>
            </a:r>
          </a:p>
          <a:p>
            <a:pPr marL="177800" indent="-177800">
              <a:lnSpc>
                <a:spcPct val="150000"/>
              </a:lnSpc>
              <a:buFont typeface="Arial" panose="020B0604020202020204" pitchFamily="34" charset="0"/>
              <a:buChar char="•"/>
            </a:pPr>
            <a:endParaRPr lang="en-GB" sz="1600"/>
          </a:p>
          <a:p>
            <a:pPr marL="177800" indent="-177800">
              <a:lnSpc>
                <a:spcPct val="150000"/>
              </a:lnSpc>
              <a:buFont typeface="Arial" panose="020B0604020202020204" pitchFamily="34" charset="0"/>
              <a:buChar char="•"/>
            </a:pPr>
            <a:r>
              <a:rPr lang="en-GB" sz="1600"/>
              <a:t>Phenomenal rise of </a:t>
            </a:r>
            <a:r>
              <a:rPr lang="en-GB" sz="1600" b="1"/>
              <a:t>eSports </a:t>
            </a:r>
            <a:r>
              <a:rPr lang="en-GB" sz="1600"/>
              <a:t> </a:t>
            </a:r>
          </a:p>
          <a:p>
            <a:pPr marL="635000" lvl="1" indent="-177800">
              <a:lnSpc>
                <a:spcPct val="150000"/>
              </a:lnSpc>
              <a:buFont typeface="Arial" panose="020B0604020202020204" pitchFamily="34" charset="0"/>
              <a:buChar char="•"/>
            </a:pPr>
            <a:r>
              <a:rPr lang="en-GB" sz="1600"/>
              <a:t>developing similar to traditional sport with leagues, franchises etc. 'eSports is a really good fit for VR," </a:t>
            </a:r>
            <a:endParaRPr lang="en-GB" sz="1600" i="1">
              <a:solidFill>
                <a:schemeClr val="bg2">
                  <a:lumMod val="50000"/>
                </a:schemeClr>
              </a:solidFill>
            </a:endParaRPr>
          </a:p>
          <a:p>
            <a:pPr lvl="2">
              <a:lnSpc>
                <a:spcPct val="150000"/>
              </a:lnSpc>
            </a:pPr>
            <a:r>
              <a:rPr lang="en-GB" sz="1600" i="1">
                <a:solidFill>
                  <a:schemeClr val="bg2">
                    <a:lumMod val="50000"/>
                  </a:schemeClr>
                </a:solidFill>
              </a:rPr>
              <a:t>					Gareth Capon, Grabyo</a:t>
            </a:r>
          </a:p>
          <a:p>
            <a:pPr marL="177800" indent="-177800">
              <a:lnSpc>
                <a:spcPct val="150000"/>
              </a:lnSpc>
              <a:buFont typeface="Arial" panose="020B0604020202020204" pitchFamily="34" charset="0"/>
              <a:buChar char="•"/>
            </a:pPr>
            <a:endParaRPr lang="en-GB" sz="1600"/>
          </a:p>
          <a:p>
            <a:pPr marL="177800" indent="-177800">
              <a:lnSpc>
                <a:spcPct val="150000"/>
              </a:lnSpc>
              <a:buFont typeface="Arial" panose="020B0604020202020204" pitchFamily="34" charset="0"/>
              <a:buChar char="•"/>
            </a:pPr>
            <a:r>
              <a:rPr lang="en-GB" sz="1600" b="1"/>
              <a:t>AI increasing - </a:t>
            </a:r>
            <a:r>
              <a:rPr lang="en-GB" sz="1600"/>
              <a:t>create </a:t>
            </a:r>
            <a:r>
              <a:rPr lang="en-GB" sz="1600" dirty="0"/>
              <a:t>automatic 2 or 3 min compilation clips in sport, picking out goals, red cards </a:t>
            </a:r>
            <a:r>
              <a:rPr lang="en-GB" sz="1600" dirty="0" err="1"/>
              <a:t>etc</a:t>
            </a:r>
            <a:r>
              <a:rPr lang="en-GB" sz="1600" dirty="0"/>
              <a:t> - can then be sent to production staff </a:t>
            </a:r>
            <a:r>
              <a:rPr lang="en-GB" sz="1600"/>
              <a:t>to review</a:t>
            </a:r>
            <a:r>
              <a:rPr lang="en-GB" sz="1600" i="1">
                <a:solidFill>
                  <a:schemeClr val="bg2">
                    <a:lumMod val="50000"/>
                  </a:schemeClr>
                </a:solidFill>
              </a:rPr>
              <a:t> </a:t>
            </a:r>
          </a:p>
          <a:p>
            <a:pPr lvl="7">
              <a:lnSpc>
                <a:spcPct val="150000"/>
              </a:lnSpc>
            </a:pPr>
            <a:r>
              <a:rPr lang="en-GB" sz="1600" i="1">
                <a:solidFill>
                  <a:schemeClr val="bg2">
                    <a:lumMod val="50000"/>
                  </a:schemeClr>
                </a:solidFill>
              </a:rPr>
              <a:t>			Deon Cortgrove, Timeline</a:t>
            </a:r>
            <a:endParaRPr lang="en-GB" sz="1600" dirty="0"/>
          </a:p>
          <a:p>
            <a:pPr marL="635000" lvl="1" indent="-177800">
              <a:lnSpc>
                <a:spcPct val="150000"/>
              </a:lnSpc>
              <a:buFont typeface="Arial" panose="020B0604020202020204" pitchFamily="34" charset="0"/>
              <a:buChar char="•"/>
            </a:pPr>
            <a:r>
              <a:rPr lang="en-GB" sz="1600"/>
              <a:t>most </a:t>
            </a:r>
            <a:r>
              <a:rPr lang="en-GB" sz="1600" dirty="0"/>
              <a:t>AI engines process in the cloud, </a:t>
            </a:r>
            <a:r>
              <a:rPr lang="en-GB" sz="1600"/>
              <a:t>but - cost </a:t>
            </a:r>
            <a:r>
              <a:rPr lang="en-GB" sz="1600" dirty="0"/>
              <a:t>and </a:t>
            </a:r>
            <a:r>
              <a:rPr lang="en-GB" sz="1600"/>
              <a:t>security concerns</a:t>
            </a:r>
          </a:p>
          <a:p>
            <a:pPr lvl="2">
              <a:lnSpc>
                <a:spcPct val="150000"/>
              </a:lnSpc>
            </a:pPr>
            <a:r>
              <a:rPr lang="en-GB" sz="1600" i="1">
                <a:solidFill>
                  <a:schemeClr val="bg2">
                    <a:lumMod val="50000"/>
                  </a:schemeClr>
                </a:solidFill>
              </a:rPr>
              <a:t>					Jason </a:t>
            </a:r>
            <a:r>
              <a:rPr lang="en-GB" sz="1600" i="1" dirty="0" err="1">
                <a:solidFill>
                  <a:schemeClr val="bg2">
                    <a:lumMod val="50000"/>
                  </a:schemeClr>
                </a:solidFill>
              </a:rPr>
              <a:t>Coari</a:t>
            </a:r>
            <a:r>
              <a:rPr lang="en-GB" sz="1600" i="1">
                <a:solidFill>
                  <a:schemeClr val="bg2">
                    <a:lumMod val="50000"/>
                  </a:schemeClr>
                </a:solidFill>
              </a:rPr>
              <a:t>, Quantum</a:t>
            </a:r>
            <a:endParaRPr lang="en-GB" sz="1600" i="1" dirty="0">
              <a:solidFill>
                <a:schemeClr val="bg2">
                  <a:lumMod val="50000"/>
                </a:schemeClr>
              </a:solidFill>
            </a:endParaRPr>
          </a:p>
        </p:txBody>
      </p:sp>
      <p:sp>
        <p:nvSpPr>
          <p:cNvPr id="4" name="Rectangle 3">
            <a:extLst>
              <a:ext uri="{FF2B5EF4-FFF2-40B4-BE49-F238E27FC236}">
                <a16:creationId xmlns:a16="http://schemas.microsoft.com/office/drawing/2014/main" id="{0A85CC6C-DBF7-4EE8-82BD-41CD41F4FD1D}"/>
              </a:ext>
            </a:extLst>
          </p:cNvPr>
          <p:cNvSpPr/>
          <p:nvPr/>
        </p:nvSpPr>
        <p:spPr>
          <a:xfrm>
            <a:off x="394219" y="383207"/>
            <a:ext cx="7373136" cy="461665"/>
          </a:xfrm>
          <a:prstGeom prst="rect">
            <a:avLst/>
          </a:prstGeom>
        </p:spPr>
        <p:txBody>
          <a:bodyPr wrap="square">
            <a:spAutoFit/>
          </a:bodyPr>
          <a:lstStyle/>
          <a:p>
            <a:r>
              <a:rPr lang="en-GB" sz="2400" b="1"/>
              <a:t>TV/Online Sports </a:t>
            </a:r>
            <a:endParaRPr lang="en-GB" sz="2400" b="1" dirty="0"/>
          </a:p>
        </p:txBody>
      </p:sp>
    </p:spTree>
    <p:extLst>
      <p:ext uri="{BB962C8B-B14F-4D97-AF65-F5344CB8AC3E}">
        <p14:creationId xmlns:p14="http://schemas.microsoft.com/office/powerpoint/2010/main" val="1173905538"/>
      </p:ext>
    </p:extLst>
  </p:cSld>
  <p:clrMapOvr>
    <a:masterClrMapping/>
  </p:clrMapOvr>
</p:sld>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
      <a:majorFont>
        <a:latin typeface="Lucida Sans Unicode"/>
        <a:ea typeface=""/>
        <a:cs typeface=""/>
      </a:majorFont>
      <a:minorFont>
        <a:latin typeface="Lucida Sans Unico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1755</TotalTime>
  <Words>1824</Words>
  <Application>Microsoft Office PowerPoint</Application>
  <PresentationFormat>On-screen Show (4:3)</PresentationFormat>
  <Paragraphs>307</Paragraphs>
  <Slides>20</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Courier Std</vt:lpstr>
      <vt:lpstr>Lucida Sans Unicode</vt:lpstr>
      <vt:lpstr>Times New Roman</vt:lpstr>
      <vt:lpstr>Template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JFoss</dc:creator>
  <cp:lastModifiedBy>Jeremy Foss</cp:lastModifiedBy>
  <cp:revision>123</cp:revision>
  <cp:lastPrinted>2019-04-15T07:32:01Z</cp:lastPrinted>
  <dcterms:created xsi:type="dcterms:W3CDTF">2006-09-10T21:25:56Z</dcterms:created>
  <dcterms:modified xsi:type="dcterms:W3CDTF">2021-04-19T06:56:17Z</dcterms:modified>
</cp:coreProperties>
</file>