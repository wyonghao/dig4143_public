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3"/>
  </p:handoutMasterIdLst>
  <p:sldIdLst>
    <p:sldId id="263" r:id="rId2"/>
    <p:sldId id="331" r:id="rId3"/>
    <p:sldId id="385" r:id="rId4"/>
    <p:sldId id="404" r:id="rId5"/>
    <p:sldId id="396" r:id="rId6"/>
    <p:sldId id="257" r:id="rId7"/>
    <p:sldId id="311" r:id="rId8"/>
    <p:sldId id="387" r:id="rId9"/>
    <p:sldId id="376" r:id="rId10"/>
    <p:sldId id="287" r:id="rId11"/>
    <p:sldId id="288" r:id="rId12"/>
    <p:sldId id="290" r:id="rId13"/>
    <p:sldId id="379" r:id="rId14"/>
    <p:sldId id="417" r:id="rId15"/>
    <p:sldId id="312" r:id="rId16"/>
    <p:sldId id="307" r:id="rId17"/>
    <p:sldId id="467" r:id="rId18"/>
    <p:sldId id="468" r:id="rId19"/>
    <p:sldId id="439" r:id="rId20"/>
    <p:sldId id="430" r:id="rId21"/>
    <p:sldId id="485" r:id="rId22"/>
    <p:sldId id="490" r:id="rId23"/>
    <p:sldId id="377" r:id="rId24"/>
    <p:sldId id="305" r:id="rId25"/>
    <p:sldId id="406" r:id="rId26"/>
    <p:sldId id="405" r:id="rId27"/>
    <p:sldId id="418" r:id="rId28"/>
    <p:sldId id="395" r:id="rId29"/>
    <p:sldId id="452" r:id="rId30"/>
    <p:sldId id="488" r:id="rId31"/>
    <p:sldId id="464" r:id="rId32"/>
    <p:sldId id="465" r:id="rId33"/>
    <p:sldId id="489" r:id="rId34"/>
    <p:sldId id="477" r:id="rId35"/>
    <p:sldId id="416" r:id="rId36"/>
    <p:sldId id="412" r:id="rId37"/>
    <p:sldId id="410" r:id="rId38"/>
    <p:sldId id="411" r:id="rId39"/>
    <p:sldId id="518" r:id="rId40"/>
    <p:sldId id="519" r:id="rId41"/>
    <p:sldId id="400" r:id="rId42"/>
  </p:sldIdLst>
  <p:sldSz cx="9144000" cy="6858000" type="screen4x3"/>
  <p:notesSz cx="6781800" cy="9912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">
          <p15:clr>
            <a:srgbClr val="A4A3A4"/>
          </p15:clr>
        </p15:guide>
        <p15:guide id="2" pos="2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DA"/>
    <a:srgbClr val="FFFFFF"/>
    <a:srgbClr val="F8F8F8"/>
    <a:srgbClr val="A5C4E9"/>
    <a:srgbClr val="CCCCFF"/>
    <a:srgbClr val="6666FF"/>
    <a:srgbClr val="40C5EE"/>
    <a:srgbClr val="0A5870"/>
    <a:srgbClr val="0C6E6E"/>
    <a:srgbClr val="25A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27C5C-97F9-4C86-B546-9BABEC849447}" v="6" dt="2021-06-10T07:20:27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5434" autoAdjust="0"/>
    <p:restoredTop sz="94660"/>
  </p:normalViewPr>
  <p:slideViewPr>
    <p:cSldViewPr>
      <p:cViewPr varScale="1">
        <p:scale>
          <a:sx n="124" d="100"/>
          <a:sy n="124" d="100"/>
        </p:scale>
        <p:origin x="1728" y="48"/>
      </p:cViewPr>
      <p:guideLst>
        <p:guide orient="horz" pos="204"/>
        <p:guide pos="24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15702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" userId="09ac0925-c8bb-438c-a205-6311faa2bcaf" providerId="ADAL" clId="{38477329-342E-485A-BE74-4833482B50CF}"/>
    <pc:docChg chg="custSel addSld delSld modSld sldOrd modMainMaster">
      <pc:chgData name="Jeremy" userId="09ac0925-c8bb-438c-a205-6311faa2bcaf" providerId="ADAL" clId="{38477329-342E-485A-BE74-4833482B50CF}" dt="2020-06-08T21:57:04.779" v="201"/>
      <pc:docMkLst>
        <pc:docMk/>
      </pc:docMkLst>
      <pc:sldChg chg="modSp add mod ord">
        <pc:chgData name="Jeremy" userId="09ac0925-c8bb-438c-a205-6311faa2bcaf" providerId="ADAL" clId="{38477329-342E-485A-BE74-4833482B50CF}" dt="2020-06-08T21:57:04.779" v="201"/>
        <pc:sldMkLst>
          <pc:docMk/>
          <pc:sldMk cId="0" sldId="305"/>
        </pc:sldMkLst>
        <pc:spChg chg="mod">
          <ac:chgData name="Jeremy" userId="09ac0925-c8bb-438c-a205-6311faa2bcaf" providerId="ADAL" clId="{38477329-342E-485A-BE74-4833482B50CF}" dt="2020-06-08T10:27:30.204" v="136" actId="14100"/>
          <ac:spMkLst>
            <pc:docMk/>
            <pc:sldMk cId="0" sldId="305"/>
            <ac:spMk id="2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9:14.784" v="199" actId="20577"/>
          <ac:spMkLst>
            <pc:docMk/>
            <pc:sldMk cId="0" sldId="305"/>
            <ac:spMk id="5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8:36.769" v="181" actId="1036"/>
          <ac:spMkLst>
            <pc:docMk/>
            <pc:sldMk cId="0" sldId="305"/>
            <ac:spMk id="6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8:36.769" v="181" actId="1036"/>
          <ac:spMkLst>
            <pc:docMk/>
            <pc:sldMk cId="0" sldId="305"/>
            <ac:spMk id="7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8:36.769" v="181" actId="1036"/>
          <ac:spMkLst>
            <pc:docMk/>
            <pc:sldMk cId="0" sldId="305"/>
            <ac:spMk id="8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8:36.769" v="181" actId="1036"/>
          <ac:spMkLst>
            <pc:docMk/>
            <pc:sldMk cId="0" sldId="305"/>
            <ac:spMk id="9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8:36.769" v="181" actId="1036"/>
          <ac:spMkLst>
            <pc:docMk/>
            <pc:sldMk cId="0" sldId="305"/>
            <ac:spMk id="10" creationId="{00000000-0000-0000-0000-000000000000}"/>
          </ac:spMkLst>
        </pc:spChg>
        <pc:picChg chg="mod">
          <ac:chgData name="Jeremy" userId="09ac0925-c8bb-438c-a205-6311faa2bcaf" providerId="ADAL" clId="{38477329-342E-485A-BE74-4833482B50CF}" dt="2020-06-08T10:28:36.769" v="181" actId="1036"/>
          <ac:picMkLst>
            <pc:docMk/>
            <pc:sldMk cId="0" sldId="305"/>
            <ac:picMk id="3075" creationId="{00000000-0000-0000-0000-000000000000}"/>
          </ac:picMkLst>
        </pc:picChg>
      </pc:sldChg>
      <pc:sldChg chg="del">
        <pc:chgData name="Jeremy" userId="09ac0925-c8bb-438c-a205-6311faa2bcaf" providerId="ADAL" clId="{38477329-342E-485A-BE74-4833482B50CF}" dt="2020-06-08T10:19:46.039" v="12" actId="47"/>
        <pc:sldMkLst>
          <pc:docMk/>
          <pc:sldMk cId="0" sldId="375"/>
        </pc:sldMkLst>
      </pc:sldChg>
      <pc:sldChg chg="del">
        <pc:chgData name="Jeremy" userId="09ac0925-c8bb-438c-a205-6311faa2bcaf" providerId="ADAL" clId="{38477329-342E-485A-BE74-4833482B50CF}" dt="2020-06-08T10:18:57.084" v="10" actId="47"/>
        <pc:sldMkLst>
          <pc:docMk/>
          <pc:sldMk cId="0" sldId="394"/>
        </pc:sldMkLst>
      </pc:sldChg>
      <pc:sldChg chg="add">
        <pc:chgData name="Jeremy" userId="09ac0925-c8bb-438c-a205-6311faa2bcaf" providerId="ADAL" clId="{38477329-342E-485A-BE74-4833482B50CF}" dt="2020-06-08T10:15:34.694" v="3"/>
        <pc:sldMkLst>
          <pc:docMk/>
          <pc:sldMk cId="0" sldId="395"/>
        </pc:sldMkLst>
      </pc:sldChg>
      <pc:sldChg chg="modSp del mod">
        <pc:chgData name="Jeremy" userId="09ac0925-c8bb-438c-a205-6311faa2bcaf" providerId="ADAL" clId="{38477329-342E-485A-BE74-4833482B50CF}" dt="2020-06-08T10:25:09.116" v="90" actId="47"/>
        <pc:sldMkLst>
          <pc:docMk/>
          <pc:sldMk cId="0" sldId="401"/>
        </pc:sldMkLst>
        <pc:spChg chg="mod">
          <ac:chgData name="Jeremy" userId="09ac0925-c8bb-438c-a205-6311faa2bcaf" providerId="ADAL" clId="{38477329-342E-485A-BE74-4833482B50CF}" dt="2020-06-08T10:24:43.666" v="88" actId="6549"/>
          <ac:spMkLst>
            <pc:docMk/>
            <pc:sldMk cId="0" sldId="401"/>
            <ac:spMk id="2" creationId="{00000000-0000-0000-0000-000000000000}"/>
          </ac:spMkLst>
        </pc:spChg>
      </pc:sldChg>
      <pc:sldChg chg="del">
        <pc:chgData name="Jeremy" userId="09ac0925-c8bb-438c-a205-6311faa2bcaf" providerId="ADAL" clId="{38477329-342E-485A-BE74-4833482B50CF}" dt="2020-06-08T10:18:36.853" v="9" actId="47"/>
        <pc:sldMkLst>
          <pc:docMk/>
          <pc:sldMk cId="0" sldId="403"/>
        </pc:sldMkLst>
      </pc:sldChg>
      <pc:sldChg chg="addSp delSp modSp add mod">
        <pc:chgData name="Jeremy" userId="09ac0925-c8bb-438c-a205-6311faa2bcaf" providerId="ADAL" clId="{38477329-342E-485A-BE74-4833482B50CF}" dt="2020-06-08T10:24:00.652" v="86" actId="14100"/>
        <pc:sldMkLst>
          <pc:docMk/>
          <pc:sldMk cId="2665640134" sldId="405"/>
        </pc:sldMkLst>
        <pc:spChg chg="mod">
          <ac:chgData name="Jeremy" userId="09ac0925-c8bb-438c-a205-6311faa2bcaf" providerId="ADAL" clId="{38477329-342E-485A-BE74-4833482B50CF}" dt="2020-06-08T10:22:59.675" v="68" actId="1076"/>
          <ac:spMkLst>
            <pc:docMk/>
            <pc:sldMk cId="2665640134" sldId="405"/>
            <ac:spMk id="2" creationId="{00000000-0000-0000-0000-000000000000}"/>
          </ac:spMkLst>
        </pc:spChg>
        <pc:spChg chg="del mod">
          <ac:chgData name="Jeremy" userId="09ac0925-c8bb-438c-a205-6311faa2bcaf" providerId="ADAL" clId="{38477329-342E-485A-BE74-4833482B50CF}" dt="2020-06-08T10:23:40.214" v="75" actId="21"/>
          <ac:spMkLst>
            <pc:docMk/>
            <pc:sldMk cId="2665640134" sldId="405"/>
            <ac:spMk id="3" creationId="{00000000-0000-0000-0000-000000000000}"/>
          </ac:spMkLst>
        </pc:spChg>
        <pc:spChg chg="add mod">
          <ac:chgData name="Jeremy" userId="09ac0925-c8bb-438c-a205-6311faa2bcaf" providerId="ADAL" clId="{38477329-342E-485A-BE74-4833482B50CF}" dt="2020-06-08T10:24:00.652" v="86" actId="14100"/>
          <ac:spMkLst>
            <pc:docMk/>
            <pc:sldMk cId="2665640134" sldId="405"/>
            <ac:spMk id="6" creationId="{BC0FD482-F31F-48B1-9309-DD4CF55F18FD}"/>
          </ac:spMkLst>
        </pc:spChg>
      </pc:sldChg>
      <pc:sldChg chg="del">
        <pc:chgData name="Jeremy" userId="09ac0925-c8bb-438c-a205-6311faa2bcaf" providerId="ADAL" clId="{38477329-342E-485A-BE74-4833482B50CF}" dt="2020-06-08T10:20:09.781" v="13" actId="2696"/>
        <pc:sldMkLst>
          <pc:docMk/>
          <pc:sldMk cId="2661594432" sldId="406"/>
        </pc:sldMkLst>
        <pc:spChg chg="del">
          <ac:chgData name="Jeremy" userId="09ac0925-c8bb-438c-a205-6311faa2bcaf" providerId="ADAL" clId="{38477329-342E-485A-BE74-4833482B50CF}" dt="2020-06-08T10:23:47.016" v="77" actId="21"/>
          <ac:spMkLst>
            <pc:docMk/>
            <pc:sldMk cId="2661594432" sldId="406"/>
            <ac:spMk id="3" creationId="{00000000-0000-0000-0000-000000000000}"/>
          </ac:spMkLst>
        </pc:spChg>
        <pc:spChg chg="add mod">
          <ac:chgData name="Jeremy" userId="09ac0925-c8bb-438c-a205-6311faa2bcaf" providerId="ADAL" clId="{38477329-342E-485A-BE74-4833482B50CF}" dt="2020-06-08T10:23:50.100" v="78" actId="1076"/>
          <ac:spMkLst>
            <pc:docMk/>
            <pc:sldMk cId="2661594432" sldId="406"/>
            <ac:spMk id="6" creationId="{79FA4E39-DB1C-4F5D-94F6-DA35B4CCB9FC}"/>
          </ac:spMkLst>
        </pc:spChg>
      </pc:sldChg>
      <pc:sldChg chg="del">
        <pc:chgData name="Jeremy" userId="09ac0925-c8bb-438c-a205-6311faa2bcaf" providerId="ADAL" clId="{38477329-342E-485A-BE74-4833482B50CF}" dt="2020-06-08T10:25:01.574" v="89" actId="47"/>
        <pc:sldMkLst>
          <pc:docMk/>
          <pc:sldMk cId="0" sldId="407"/>
        </pc:sldMkLst>
      </pc:sldChg>
      <pc:sldChg chg="del">
        <pc:chgData name="Jeremy" userId="09ac0925-c8bb-438c-a205-6311faa2bcaf" providerId="ADAL" clId="{38477329-342E-485A-BE74-4833482B50CF}" dt="2020-06-08T10:08:40.337" v="0" actId="47"/>
        <pc:sldMkLst>
          <pc:docMk/>
          <pc:sldMk cId="0" sldId="408"/>
        </pc:sldMkLst>
      </pc:sldChg>
      <pc:sldChg chg="del">
        <pc:chgData name="Jeremy" userId="09ac0925-c8bb-438c-a205-6311faa2bcaf" providerId="ADAL" clId="{38477329-342E-485A-BE74-4833482B50CF}" dt="2020-06-08T10:08:44.407" v="1" actId="47"/>
        <pc:sldMkLst>
          <pc:docMk/>
          <pc:sldMk cId="0" sldId="409"/>
        </pc:sldMkLst>
      </pc:sldChg>
      <pc:sldChg chg="del">
        <pc:chgData name="Jeremy" userId="09ac0925-c8bb-438c-a205-6311faa2bcaf" providerId="ADAL" clId="{38477329-342E-485A-BE74-4833482B50CF}" dt="2020-06-08T10:19:44.344" v="11" actId="47"/>
        <pc:sldMkLst>
          <pc:docMk/>
          <pc:sldMk cId="1278952471" sldId="415"/>
        </pc:sldMkLst>
      </pc:sldChg>
      <pc:sldChg chg="del">
        <pc:chgData name="Jeremy" userId="09ac0925-c8bb-438c-a205-6311faa2bcaf" providerId="ADAL" clId="{38477329-342E-485A-BE74-4833482B50CF}" dt="2020-06-08T10:20:09.781" v="13" actId="2696"/>
        <pc:sldMkLst>
          <pc:docMk/>
          <pc:sldMk cId="896019734" sldId="418"/>
        </pc:sldMkLst>
      </pc:sldChg>
      <pc:sldChg chg="add">
        <pc:chgData name="Jeremy" userId="09ac0925-c8bb-438c-a205-6311faa2bcaf" providerId="ADAL" clId="{38477329-342E-485A-BE74-4833482B50CF}" dt="2020-06-08T10:20:14.672" v="14"/>
        <pc:sldMkLst>
          <pc:docMk/>
          <pc:sldMk cId="1314158145" sldId="418"/>
        </pc:sldMkLst>
      </pc:sldChg>
      <pc:sldChg chg="add">
        <pc:chgData name="Jeremy" userId="09ac0925-c8bb-438c-a205-6311faa2bcaf" providerId="ADAL" clId="{38477329-342E-485A-BE74-4833482B50CF}" dt="2020-06-08T10:15:34.694" v="3"/>
        <pc:sldMkLst>
          <pc:docMk/>
          <pc:sldMk cId="941856288" sldId="452"/>
        </pc:sldMkLst>
      </pc:sldChg>
      <pc:sldChg chg="add">
        <pc:chgData name="Jeremy" userId="09ac0925-c8bb-438c-a205-6311faa2bcaf" providerId="ADAL" clId="{38477329-342E-485A-BE74-4833482B50CF}" dt="2020-06-08T10:15:34.694" v="3"/>
        <pc:sldMkLst>
          <pc:docMk/>
          <pc:sldMk cId="3474851702" sldId="464"/>
        </pc:sldMkLst>
      </pc:sldChg>
      <pc:sldChg chg="add">
        <pc:chgData name="Jeremy" userId="09ac0925-c8bb-438c-a205-6311faa2bcaf" providerId="ADAL" clId="{38477329-342E-485A-BE74-4833482B50CF}" dt="2020-06-08T10:15:34.694" v="3"/>
        <pc:sldMkLst>
          <pc:docMk/>
          <pc:sldMk cId="3683685084" sldId="465"/>
        </pc:sldMkLst>
      </pc:sldChg>
      <pc:sldChg chg="delSp modSp add mod ord">
        <pc:chgData name="Jeremy" userId="09ac0925-c8bb-438c-a205-6311faa2bcaf" providerId="ADAL" clId="{38477329-342E-485A-BE74-4833482B50CF}" dt="2020-06-08T10:22:32.325" v="65" actId="403"/>
        <pc:sldMkLst>
          <pc:docMk/>
          <pc:sldMk cId="0" sldId="467"/>
        </pc:sldMkLst>
        <pc:spChg chg="mod">
          <ac:chgData name="Jeremy" userId="09ac0925-c8bb-438c-a205-6311faa2bcaf" providerId="ADAL" clId="{38477329-342E-485A-BE74-4833482B50CF}" dt="2020-06-08T10:22:32.325" v="65" actId="403"/>
          <ac:spMkLst>
            <pc:docMk/>
            <pc:sldMk cId="0" sldId="467"/>
            <ac:spMk id="3" creationId="{00000000-0000-0000-0000-000000000000}"/>
          </ac:spMkLst>
        </pc:spChg>
        <pc:spChg chg="del">
          <ac:chgData name="Jeremy" userId="09ac0925-c8bb-438c-a205-6311faa2bcaf" providerId="ADAL" clId="{38477329-342E-485A-BE74-4833482B50CF}" dt="2020-06-08T10:22:26.538" v="62" actId="478"/>
          <ac:spMkLst>
            <pc:docMk/>
            <pc:sldMk cId="0" sldId="467"/>
            <ac:spMk id="4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2:22.422" v="61" actId="1076"/>
          <ac:spMkLst>
            <pc:docMk/>
            <pc:sldMk cId="0" sldId="467"/>
            <ac:spMk id="6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2:22.422" v="61" actId="1076"/>
          <ac:spMkLst>
            <pc:docMk/>
            <pc:sldMk cId="0" sldId="467"/>
            <ac:spMk id="7" creationId="{00000000-0000-0000-0000-000000000000}"/>
          </ac:spMkLst>
        </pc:spChg>
        <pc:spChg chg="mod">
          <ac:chgData name="Jeremy" userId="09ac0925-c8bb-438c-a205-6311faa2bcaf" providerId="ADAL" clId="{38477329-342E-485A-BE74-4833482B50CF}" dt="2020-06-08T10:22:22.422" v="61" actId="1076"/>
          <ac:spMkLst>
            <pc:docMk/>
            <pc:sldMk cId="0" sldId="467"/>
            <ac:spMk id="8" creationId="{00000000-0000-0000-0000-000000000000}"/>
          </ac:spMkLst>
        </pc:spChg>
        <pc:picChg chg="mod">
          <ac:chgData name="Jeremy" userId="09ac0925-c8bb-438c-a205-6311faa2bcaf" providerId="ADAL" clId="{38477329-342E-485A-BE74-4833482B50CF}" dt="2020-06-08T10:22:22.422" v="61" actId="1076"/>
          <ac:picMkLst>
            <pc:docMk/>
            <pc:sldMk cId="0" sldId="467"/>
            <ac:picMk id="2050" creationId="{00000000-0000-0000-0000-000000000000}"/>
          </ac:picMkLst>
        </pc:picChg>
      </pc:sldChg>
      <pc:sldChg chg="add ord">
        <pc:chgData name="Jeremy" userId="09ac0925-c8bb-438c-a205-6311faa2bcaf" providerId="ADAL" clId="{38477329-342E-485A-BE74-4833482B50CF}" dt="2020-06-08T10:15:46.249" v="7"/>
        <pc:sldMkLst>
          <pc:docMk/>
          <pc:sldMk cId="18853603" sldId="468"/>
        </pc:sldMkLst>
      </pc:sldChg>
      <pc:sldChg chg="add">
        <pc:chgData name="Jeremy" userId="09ac0925-c8bb-438c-a205-6311faa2bcaf" providerId="ADAL" clId="{38477329-342E-485A-BE74-4833482B50CF}" dt="2020-06-08T10:17:10.853" v="8"/>
        <pc:sldMkLst>
          <pc:docMk/>
          <pc:sldMk cId="2186277700" sldId="477"/>
        </pc:sldMkLst>
      </pc:sldChg>
      <pc:sldChg chg="add">
        <pc:chgData name="Jeremy" userId="09ac0925-c8bb-438c-a205-6311faa2bcaf" providerId="ADAL" clId="{38477329-342E-485A-BE74-4833482B50CF}" dt="2020-06-08T10:15:34.694" v="3"/>
        <pc:sldMkLst>
          <pc:docMk/>
          <pc:sldMk cId="2785368986" sldId="488"/>
        </pc:sldMkLst>
      </pc:sldChg>
      <pc:sldChg chg="add">
        <pc:chgData name="Jeremy" userId="09ac0925-c8bb-438c-a205-6311faa2bcaf" providerId="ADAL" clId="{38477329-342E-485A-BE74-4833482B50CF}" dt="2020-06-08T10:17:10.853" v="8"/>
        <pc:sldMkLst>
          <pc:docMk/>
          <pc:sldMk cId="1904015905" sldId="489"/>
        </pc:sldMkLst>
      </pc:sldChg>
      <pc:sldMasterChg chg="modSp mod">
        <pc:chgData name="Jeremy" userId="09ac0925-c8bb-438c-a205-6311faa2bcaf" providerId="ADAL" clId="{38477329-342E-485A-BE74-4833482B50CF}" dt="2020-06-08T10:21:43.894" v="60" actId="20577"/>
        <pc:sldMasterMkLst>
          <pc:docMk/>
          <pc:sldMasterMk cId="0" sldId="2147483648"/>
        </pc:sldMasterMkLst>
        <pc:spChg chg="mod">
          <ac:chgData name="Jeremy" userId="09ac0925-c8bb-438c-a205-6311faa2bcaf" providerId="ADAL" clId="{38477329-342E-485A-BE74-4833482B50CF}" dt="2020-06-08T10:21:43.894" v="60" actId="20577"/>
          <ac:spMkLst>
            <pc:docMk/>
            <pc:sldMasterMk cId="0" sldId="2147483648"/>
            <ac:spMk id="21" creationId="{25C9AB61-1834-4410-8232-0C68405E1D4C}"/>
          </ac:spMkLst>
        </pc:spChg>
      </pc:sldMasterChg>
    </pc:docChg>
  </pc:docChgLst>
  <pc:docChgLst>
    <pc:chgData name="Jeremy Foss" userId="09ac0925-c8bb-438c-a205-6311faa2bcaf" providerId="ADAL" clId="{C41CF6BF-4BD3-4FE5-B9A7-029024703BF5}"/>
    <pc:docChg chg="undo custSel modSld modMainMaster">
      <pc:chgData name="Jeremy Foss" userId="09ac0925-c8bb-438c-a205-6311faa2bcaf" providerId="ADAL" clId="{C41CF6BF-4BD3-4FE5-B9A7-029024703BF5}" dt="2018-07-26T10:37:09.096" v="12" actId="1076"/>
      <pc:docMkLst>
        <pc:docMk/>
      </pc:docMkLst>
      <pc:sldChg chg="addSp delSp modSp">
        <pc:chgData name="Jeremy Foss" userId="09ac0925-c8bb-438c-a205-6311faa2bcaf" providerId="ADAL" clId="{C41CF6BF-4BD3-4FE5-B9A7-029024703BF5}" dt="2018-07-26T10:37:09.096" v="12" actId="1076"/>
        <pc:sldMkLst>
          <pc:docMk/>
          <pc:sldMk cId="0" sldId="263"/>
        </pc:sldMkLst>
        <pc:spChg chg="add del">
          <ac:chgData name="Jeremy Foss" userId="09ac0925-c8bb-438c-a205-6311faa2bcaf" providerId="ADAL" clId="{C41CF6BF-4BD3-4FE5-B9A7-029024703BF5}" dt="2018-07-26T10:36:31.838" v="2" actId="478"/>
          <ac:spMkLst>
            <pc:docMk/>
            <pc:sldMk cId="0" sldId="263"/>
            <ac:spMk id="4" creationId="{00000000-0000-0000-0000-000000000000}"/>
          </ac:spMkLst>
        </pc:spChg>
        <pc:spChg chg="add del">
          <ac:chgData name="Jeremy Foss" userId="09ac0925-c8bb-438c-a205-6311faa2bcaf" providerId="ADAL" clId="{C41CF6BF-4BD3-4FE5-B9A7-029024703BF5}" dt="2018-07-26T10:36:31.838" v="2" actId="478"/>
          <ac:spMkLst>
            <pc:docMk/>
            <pc:sldMk cId="0" sldId="263"/>
            <ac:spMk id="5" creationId="{00000000-0000-0000-0000-000000000000}"/>
          </ac:spMkLst>
        </pc:spChg>
        <pc:spChg chg="add del">
          <ac:chgData name="Jeremy Foss" userId="09ac0925-c8bb-438c-a205-6311faa2bcaf" providerId="ADAL" clId="{C41CF6BF-4BD3-4FE5-B9A7-029024703BF5}" dt="2018-07-26T10:36:31.838" v="2" actId="478"/>
          <ac:spMkLst>
            <pc:docMk/>
            <pc:sldMk cId="0" sldId="263"/>
            <ac:spMk id="6" creationId="{00000000-0000-0000-0000-000000000000}"/>
          </ac:spMkLst>
        </pc:spChg>
        <pc:spChg chg="add del">
          <ac:chgData name="Jeremy Foss" userId="09ac0925-c8bb-438c-a205-6311faa2bcaf" providerId="ADAL" clId="{C41CF6BF-4BD3-4FE5-B9A7-029024703BF5}" dt="2018-07-26T10:36:31.838" v="2" actId="478"/>
          <ac:spMkLst>
            <pc:docMk/>
            <pc:sldMk cId="0" sldId="263"/>
            <ac:spMk id="7" creationId="{00000000-0000-0000-0000-000000000000}"/>
          </ac:spMkLst>
        </pc:spChg>
        <pc:spChg chg="add del">
          <ac:chgData name="Jeremy Foss" userId="09ac0925-c8bb-438c-a205-6311faa2bcaf" providerId="ADAL" clId="{C41CF6BF-4BD3-4FE5-B9A7-029024703BF5}" dt="2018-07-26T10:36:31.838" v="2" actId="478"/>
          <ac:spMkLst>
            <pc:docMk/>
            <pc:sldMk cId="0" sldId="263"/>
            <ac:spMk id="12" creationId="{00000000-0000-0000-0000-000000000000}"/>
          </ac:spMkLst>
        </pc:spChg>
        <pc:spChg chg="add">
          <ac:chgData name="Jeremy Foss" userId="09ac0925-c8bb-438c-a205-6311faa2bcaf" providerId="ADAL" clId="{C41CF6BF-4BD3-4FE5-B9A7-029024703BF5}" dt="2018-07-26T10:36:49.213" v="5"/>
          <ac:spMkLst>
            <pc:docMk/>
            <pc:sldMk cId="0" sldId="263"/>
            <ac:spMk id="14" creationId="{0AA8D4E0-2D7E-4298-8B41-EA02B6EAED00}"/>
          </ac:spMkLst>
        </pc:spChg>
        <pc:spChg chg="add mod">
          <ac:chgData name="Jeremy Foss" userId="09ac0925-c8bb-438c-a205-6311faa2bcaf" providerId="ADAL" clId="{C41CF6BF-4BD3-4FE5-B9A7-029024703BF5}" dt="2018-07-26T10:37:09.096" v="12" actId="1076"/>
          <ac:spMkLst>
            <pc:docMk/>
            <pc:sldMk cId="0" sldId="263"/>
            <ac:spMk id="15" creationId="{F6D4C030-03D1-4BC4-890A-F3C122C54B63}"/>
          </ac:spMkLst>
        </pc:spChg>
        <pc:spChg chg="add">
          <ac:chgData name="Jeremy Foss" userId="09ac0925-c8bb-438c-a205-6311faa2bcaf" providerId="ADAL" clId="{C41CF6BF-4BD3-4FE5-B9A7-029024703BF5}" dt="2018-07-26T10:36:49.213" v="5"/>
          <ac:spMkLst>
            <pc:docMk/>
            <pc:sldMk cId="0" sldId="263"/>
            <ac:spMk id="16" creationId="{8E564C8B-816C-4BA4-93DB-CD3BCF30C94E}"/>
          </ac:spMkLst>
        </pc:spChg>
        <pc:spChg chg="add">
          <ac:chgData name="Jeremy Foss" userId="09ac0925-c8bb-438c-a205-6311faa2bcaf" providerId="ADAL" clId="{C41CF6BF-4BD3-4FE5-B9A7-029024703BF5}" dt="2018-07-26T10:36:49.213" v="5"/>
          <ac:spMkLst>
            <pc:docMk/>
            <pc:sldMk cId="0" sldId="263"/>
            <ac:spMk id="17" creationId="{B9647A16-B063-42CF-875D-93B3B0017DD3}"/>
          </ac:spMkLst>
        </pc:spChg>
        <pc:picChg chg="add del">
          <ac:chgData name="Jeremy Foss" userId="09ac0925-c8bb-438c-a205-6311faa2bcaf" providerId="ADAL" clId="{C41CF6BF-4BD3-4FE5-B9A7-029024703BF5}" dt="2018-07-26T10:36:31.838" v="2" actId="478"/>
          <ac:picMkLst>
            <pc:docMk/>
            <pc:sldMk cId="0" sldId="263"/>
            <ac:picMk id="9" creationId="{00000000-0000-0000-0000-000000000000}"/>
          </ac:picMkLst>
        </pc:picChg>
        <pc:picChg chg="add">
          <ac:chgData name="Jeremy Foss" userId="09ac0925-c8bb-438c-a205-6311faa2bcaf" providerId="ADAL" clId="{C41CF6BF-4BD3-4FE5-B9A7-029024703BF5}" dt="2018-07-26T10:36:49.213" v="5"/>
          <ac:picMkLst>
            <pc:docMk/>
            <pc:sldMk cId="0" sldId="263"/>
            <ac:picMk id="10" creationId="{04917FEB-B121-42CD-96BD-8BDE140DB402}"/>
          </ac:picMkLst>
        </pc:picChg>
        <pc:picChg chg="add">
          <ac:chgData name="Jeremy Foss" userId="09ac0925-c8bb-438c-a205-6311faa2bcaf" providerId="ADAL" clId="{C41CF6BF-4BD3-4FE5-B9A7-029024703BF5}" dt="2018-07-26T10:36:49.213" v="5"/>
          <ac:picMkLst>
            <pc:docMk/>
            <pc:sldMk cId="0" sldId="263"/>
            <ac:picMk id="11" creationId="{86D9BAD7-4BAD-4555-A8F5-EAC41FD07CA6}"/>
          </ac:picMkLst>
        </pc:picChg>
        <pc:picChg chg="add del">
          <ac:chgData name="Jeremy Foss" userId="09ac0925-c8bb-438c-a205-6311faa2bcaf" providerId="ADAL" clId="{C41CF6BF-4BD3-4FE5-B9A7-029024703BF5}" dt="2018-07-26T10:36:31.838" v="2" actId="478"/>
          <ac:picMkLst>
            <pc:docMk/>
            <pc:sldMk cId="0" sldId="263"/>
            <ac:picMk id="13" creationId="{00000000-0000-0000-0000-000000000000}"/>
          </ac:picMkLst>
        </pc:picChg>
      </pc:sldChg>
      <pc:sldMasterChg chg="addSp delSp">
        <pc:chgData name="Jeremy Foss" userId="09ac0925-c8bb-438c-a205-6311faa2bcaf" providerId="ADAL" clId="{C41CF6BF-4BD3-4FE5-B9A7-029024703BF5}" dt="2018-07-26T10:36:42.640" v="4"/>
        <pc:sldMasterMkLst>
          <pc:docMk/>
          <pc:sldMasterMk cId="0" sldId="2147483648"/>
        </pc:sldMasterMkLst>
        <pc:spChg chg="add">
          <ac:chgData name="Jeremy Foss" userId="09ac0925-c8bb-438c-a205-6311faa2bcaf" providerId="ADAL" clId="{C41CF6BF-4BD3-4FE5-B9A7-029024703BF5}" dt="2018-07-26T10:36:42.640" v="4"/>
          <ac:spMkLst>
            <pc:docMk/>
            <pc:sldMasterMk cId="0" sldId="2147483648"/>
            <ac:spMk id="9" creationId="{33DBADEE-85C2-4543-AF2A-C0EE8286648C}"/>
          </ac:spMkLst>
        </pc:spChg>
        <pc:spChg chg="del">
          <ac:chgData name="Jeremy Foss" userId="09ac0925-c8bb-438c-a205-6311faa2bcaf" providerId="ADAL" clId="{C41CF6BF-4BD3-4FE5-B9A7-029024703BF5}" dt="2018-07-26T10:36:38.757" v="3" actId="478"/>
          <ac:spMkLst>
            <pc:docMk/>
            <pc:sldMasterMk cId="0" sldId="2147483648"/>
            <ac:spMk id="10" creationId="{00000000-0000-0000-0000-000000000000}"/>
          </ac:spMkLst>
        </pc:spChg>
        <pc:spChg chg="del">
          <ac:chgData name="Jeremy Foss" userId="09ac0925-c8bb-438c-a205-6311faa2bcaf" providerId="ADAL" clId="{C41CF6BF-4BD3-4FE5-B9A7-029024703BF5}" dt="2018-07-26T10:36:38.757" v="3" actId="478"/>
          <ac:spMkLst>
            <pc:docMk/>
            <pc:sldMasterMk cId="0" sldId="2147483648"/>
            <ac:spMk id="11" creationId="{00000000-0000-0000-0000-000000000000}"/>
          </ac:spMkLst>
        </pc:spChg>
        <pc:spChg chg="add">
          <ac:chgData name="Jeremy Foss" userId="09ac0925-c8bb-438c-a205-6311faa2bcaf" providerId="ADAL" clId="{C41CF6BF-4BD3-4FE5-B9A7-029024703BF5}" dt="2018-07-26T10:36:42.640" v="4"/>
          <ac:spMkLst>
            <pc:docMk/>
            <pc:sldMasterMk cId="0" sldId="2147483648"/>
            <ac:spMk id="12" creationId="{8B41D82C-D709-4D40-AC67-CD77155EB4D2}"/>
          </ac:spMkLst>
        </pc:spChg>
        <pc:spChg chg="del">
          <ac:chgData name="Jeremy Foss" userId="09ac0925-c8bb-438c-a205-6311faa2bcaf" providerId="ADAL" clId="{C41CF6BF-4BD3-4FE5-B9A7-029024703BF5}" dt="2018-07-26T10:36:38.757" v="3" actId="478"/>
          <ac:spMkLst>
            <pc:docMk/>
            <pc:sldMasterMk cId="0" sldId="2147483648"/>
            <ac:spMk id="13" creationId="{00000000-0000-0000-0000-000000000000}"/>
          </ac:spMkLst>
        </pc:spChg>
        <pc:spChg chg="del">
          <ac:chgData name="Jeremy Foss" userId="09ac0925-c8bb-438c-a205-6311faa2bcaf" providerId="ADAL" clId="{C41CF6BF-4BD3-4FE5-B9A7-029024703BF5}" dt="2018-07-26T10:36:38.757" v="3" actId="478"/>
          <ac:spMkLst>
            <pc:docMk/>
            <pc:sldMasterMk cId="0" sldId="2147483648"/>
            <ac:spMk id="14" creationId="{00000000-0000-0000-0000-000000000000}"/>
          </ac:spMkLst>
        </pc:spChg>
        <pc:spChg chg="add">
          <ac:chgData name="Jeremy Foss" userId="09ac0925-c8bb-438c-a205-6311faa2bcaf" providerId="ADAL" clId="{C41CF6BF-4BD3-4FE5-B9A7-029024703BF5}" dt="2018-07-26T10:36:42.640" v="4"/>
          <ac:spMkLst>
            <pc:docMk/>
            <pc:sldMasterMk cId="0" sldId="2147483648"/>
            <ac:spMk id="15" creationId="{810E5CB8-7DFA-4B51-8C71-901F2EB07AE0}"/>
          </ac:spMkLst>
        </pc:spChg>
        <pc:spChg chg="add">
          <ac:chgData name="Jeremy Foss" userId="09ac0925-c8bb-438c-a205-6311faa2bcaf" providerId="ADAL" clId="{C41CF6BF-4BD3-4FE5-B9A7-029024703BF5}" dt="2018-07-26T10:36:42.640" v="4"/>
          <ac:spMkLst>
            <pc:docMk/>
            <pc:sldMasterMk cId="0" sldId="2147483648"/>
            <ac:spMk id="16" creationId="{A36A2A6D-EE5F-4754-B1BF-A9D4CE30A0F5}"/>
          </ac:spMkLst>
        </pc:spChg>
        <pc:spChg chg="add">
          <ac:chgData name="Jeremy Foss" userId="09ac0925-c8bb-438c-a205-6311faa2bcaf" providerId="ADAL" clId="{C41CF6BF-4BD3-4FE5-B9A7-029024703BF5}" dt="2018-07-26T10:36:42.640" v="4"/>
          <ac:spMkLst>
            <pc:docMk/>
            <pc:sldMasterMk cId="0" sldId="2147483648"/>
            <ac:spMk id="17" creationId="{A4325AFA-4AF4-412F-9D24-B886182F4BD3}"/>
          </ac:spMkLst>
        </pc:spChg>
        <pc:spChg chg="add">
          <ac:chgData name="Jeremy Foss" userId="09ac0925-c8bb-438c-a205-6311faa2bcaf" providerId="ADAL" clId="{C41CF6BF-4BD3-4FE5-B9A7-029024703BF5}" dt="2018-07-26T10:36:42.640" v="4"/>
          <ac:spMkLst>
            <pc:docMk/>
            <pc:sldMasterMk cId="0" sldId="2147483648"/>
            <ac:spMk id="21" creationId="{25C9AB61-1834-4410-8232-0C68405E1D4C}"/>
          </ac:spMkLst>
        </pc:spChg>
        <pc:grpChg chg="del">
          <ac:chgData name="Jeremy Foss" userId="09ac0925-c8bb-438c-a205-6311faa2bcaf" providerId="ADAL" clId="{C41CF6BF-4BD3-4FE5-B9A7-029024703BF5}" dt="2018-07-26T10:36:38.757" v="3" actId="478"/>
          <ac:grpSpMkLst>
            <pc:docMk/>
            <pc:sldMasterMk cId="0" sldId="2147483648"/>
            <ac:grpSpMk id="18" creationId="{00000000-0000-0000-0000-000000000000}"/>
          </ac:grpSpMkLst>
        </pc:grpChg>
      </pc:sldMasterChg>
    </pc:docChg>
  </pc:docChgLst>
  <pc:docChgLst>
    <pc:chgData name="Jeremy Foss" userId="09ac0925-c8bb-438c-a205-6311faa2bcaf" providerId="ADAL" clId="{46573B53-B1E0-4A5A-9E40-1DBB9923BD3D}"/>
    <pc:docChg chg="undo custSel addSld delSld modSld sldOrd">
      <pc:chgData name="Jeremy Foss" userId="09ac0925-c8bb-438c-a205-6311faa2bcaf" providerId="ADAL" clId="{46573B53-B1E0-4A5A-9E40-1DBB9923BD3D}" dt="2018-10-11T15:32:43.549" v="1228" actId="1076"/>
      <pc:docMkLst>
        <pc:docMk/>
      </pc:docMkLst>
      <pc:sldChg chg="modSp ord">
        <pc:chgData name="Jeremy Foss" userId="09ac0925-c8bb-438c-a205-6311faa2bcaf" providerId="ADAL" clId="{46573B53-B1E0-4A5A-9E40-1DBB9923BD3D}" dt="2018-10-11T10:41:29.332" v="749" actId="20577"/>
        <pc:sldMkLst>
          <pc:docMk/>
          <pc:sldMk cId="0" sldId="257"/>
        </pc:sldMkLst>
        <pc:spChg chg="mod">
          <ac:chgData name="Jeremy Foss" userId="09ac0925-c8bb-438c-a205-6311faa2bcaf" providerId="ADAL" clId="{46573B53-B1E0-4A5A-9E40-1DBB9923BD3D}" dt="2018-10-11T10:41:29.332" v="749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">
        <pc:chgData name="Jeremy Foss" userId="09ac0925-c8bb-438c-a205-6311faa2bcaf" providerId="ADAL" clId="{46573B53-B1E0-4A5A-9E40-1DBB9923BD3D}" dt="2018-10-10T12:11:15.883" v="522" actId="6549"/>
        <pc:sldMkLst>
          <pc:docMk/>
          <pc:sldMk cId="2060924878" sldId="287"/>
        </pc:sldMkLst>
        <pc:spChg chg="mod">
          <ac:chgData name="Jeremy Foss" userId="09ac0925-c8bb-438c-a205-6311faa2bcaf" providerId="ADAL" clId="{46573B53-B1E0-4A5A-9E40-1DBB9923BD3D}" dt="2018-10-10T12:11:15.883" v="522" actId="6549"/>
          <ac:spMkLst>
            <pc:docMk/>
            <pc:sldMk cId="2060924878" sldId="287"/>
            <ac:spMk id="2" creationId="{00000000-0000-0000-0000-000000000000}"/>
          </ac:spMkLst>
        </pc:spChg>
      </pc:sldChg>
      <pc:sldChg chg="addSp delSp modSp">
        <pc:chgData name="Jeremy Foss" userId="09ac0925-c8bb-438c-a205-6311faa2bcaf" providerId="ADAL" clId="{46573B53-B1E0-4A5A-9E40-1DBB9923BD3D}" dt="2018-10-10T12:12:35.151" v="548" actId="948"/>
        <pc:sldMkLst>
          <pc:docMk/>
          <pc:sldMk cId="1215606980" sldId="288"/>
        </pc:sldMkLst>
        <pc:spChg chg="mod">
          <ac:chgData name="Jeremy Foss" userId="09ac0925-c8bb-438c-a205-6311faa2bcaf" providerId="ADAL" clId="{46573B53-B1E0-4A5A-9E40-1DBB9923BD3D}" dt="2018-10-10T12:12:35.151" v="548" actId="948"/>
          <ac:spMkLst>
            <pc:docMk/>
            <pc:sldMk cId="1215606980" sldId="288"/>
            <ac:spMk id="2" creationId="{00000000-0000-0000-0000-000000000000}"/>
          </ac:spMkLst>
        </pc:spChg>
        <pc:spChg chg="del">
          <ac:chgData name="Jeremy Foss" userId="09ac0925-c8bb-438c-a205-6311faa2bcaf" providerId="ADAL" clId="{46573B53-B1E0-4A5A-9E40-1DBB9923BD3D}" dt="2018-10-10T12:12:17.785" v="543" actId="478"/>
          <ac:spMkLst>
            <pc:docMk/>
            <pc:sldMk cId="1215606980" sldId="288"/>
            <ac:spMk id="4" creationId="{00000000-0000-0000-0000-000000000000}"/>
          </ac:spMkLst>
        </pc:spChg>
        <pc:spChg chg="add">
          <ac:chgData name="Jeremy Foss" userId="09ac0925-c8bb-438c-a205-6311faa2bcaf" providerId="ADAL" clId="{46573B53-B1E0-4A5A-9E40-1DBB9923BD3D}" dt="2018-10-10T12:12:18.185" v="544"/>
          <ac:spMkLst>
            <pc:docMk/>
            <pc:sldMk cId="1215606980" sldId="288"/>
            <ac:spMk id="5" creationId="{7CA63E1C-417F-4CEF-B3C5-4C58FA4F7B6D}"/>
          </ac:spMkLst>
        </pc:spChg>
      </pc:sldChg>
      <pc:sldChg chg="delSp modSp">
        <pc:chgData name="Jeremy Foss" userId="09ac0925-c8bb-438c-a205-6311faa2bcaf" providerId="ADAL" clId="{46573B53-B1E0-4A5A-9E40-1DBB9923BD3D}" dt="2018-10-11T10:41:01.255" v="735" actId="1076"/>
        <pc:sldMkLst>
          <pc:docMk/>
          <pc:sldMk cId="0" sldId="375"/>
        </pc:sldMkLst>
        <pc:spChg chg="del mod">
          <ac:chgData name="Jeremy Foss" userId="09ac0925-c8bb-438c-a205-6311faa2bcaf" providerId="ADAL" clId="{46573B53-B1E0-4A5A-9E40-1DBB9923BD3D}" dt="2018-10-10T12:04:14.021" v="314"/>
          <ac:spMkLst>
            <pc:docMk/>
            <pc:sldMk cId="0" sldId="375"/>
            <ac:spMk id="2" creationId="{00000000-0000-0000-0000-000000000000}"/>
          </ac:spMkLst>
        </pc:spChg>
        <pc:spChg chg="mod">
          <ac:chgData name="Jeremy Foss" userId="09ac0925-c8bb-438c-a205-6311faa2bcaf" providerId="ADAL" clId="{46573B53-B1E0-4A5A-9E40-1DBB9923BD3D}" dt="2018-10-11T10:40:54.432" v="734" actId="114"/>
          <ac:spMkLst>
            <pc:docMk/>
            <pc:sldMk cId="0" sldId="375"/>
            <ac:spMk id="3" creationId="{00000000-0000-0000-0000-000000000000}"/>
          </ac:spMkLst>
        </pc:spChg>
        <pc:spChg chg="mod">
          <ac:chgData name="Jeremy Foss" userId="09ac0925-c8bb-438c-a205-6311faa2bcaf" providerId="ADAL" clId="{46573B53-B1E0-4A5A-9E40-1DBB9923BD3D}" dt="2018-10-10T12:00:18.186" v="227" actId="1076"/>
          <ac:spMkLst>
            <pc:docMk/>
            <pc:sldMk cId="0" sldId="375"/>
            <ac:spMk id="6" creationId="{00000000-0000-0000-0000-000000000000}"/>
          </ac:spMkLst>
        </pc:spChg>
        <pc:picChg chg="mod">
          <ac:chgData name="Jeremy Foss" userId="09ac0925-c8bb-438c-a205-6311faa2bcaf" providerId="ADAL" clId="{46573B53-B1E0-4A5A-9E40-1DBB9923BD3D}" dt="2018-10-11T10:41:01.255" v="735" actId="1076"/>
          <ac:picMkLst>
            <pc:docMk/>
            <pc:sldMk cId="0" sldId="375"/>
            <ac:picMk id="1028" creationId="{00000000-0000-0000-0000-000000000000}"/>
          </ac:picMkLst>
        </pc:picChg>
      </pc:sldChg>
      <pc:sldChg chg="modSp">
        <pc:chgData name="Jeremy Foss" userId="09ac0925-c8bb-438c-a205-6311faa2bcaf" providerId="ADAL" clId="{46573B53-B1E0-4A5A-9E40-1DBB9923BD3D}" dt="2018-10-11T10:39:13.472" v="692" actId="404"/>
        <pc:sldMkLst>
          <pc:docMk/>
          <pc:sldMk cId="0" sldId="394"/>
        </pc:sldMkLst>
        <pc:spChg chg="mod">
          <ac:chgData name="Jeremy Foss" userId="09ac0925-c8bb-438c-a205-6311faa2bcaf" providerId="ADAL" clId="{46573B53-B1E0-4A5A-9E40-1DBB9923BD3D}" dt="2018-10-11T10:39:13.472" v="692" actId="404"/>
          <ac:spMkLst>
            <pc:docMk/>
            <pc:sldMk cId="0" sldId="394"/>
            <ac:spMk id="92" creationId="{00000000-0000-0000-0000-000000000000}"/>
          </ac:spMkLst>
        </pc:spChg>
      </pc:sldChg>
      <pc:sldChg chg="modSp del ord">
        <pc:chgData name="Jeremy Foss" userId="09ac0925-c8bb-438c-a205-6311faa2bcaf" providerId="ADAL" clId="{46573B53-B1E0-4A5A-9E40-1DBB9923BD3D}" dt="2018-10-11T13:36:54.379" v="792" actId="2696"/>
        <pc:sldMkLst>
          <pc:docMk/>
          <pc:sldMk cId="2338601116" sldId="395"/>
        </pc:sldMkLst>
        <pc:spChg chg="mod">
          <ac:chgData name="Jeremy Foss" userId="09ac0925-c8bb-438c-a205-6311faa2bcaf" providerId="ADAL" clId="{46573B53-B1E0-4A5A-9E40-1DBB9923BD3D}" dt="2018-10-11T13:36:31.717" v="789" actId="6549"/>
          <ac:spMkLst>
            <pc:docMk/>
            <pc:sldMk cId="2338601116" sldId="395"/>
            <ac:spMk id="2" creationId="{00000000-0000-0000-0000-000000000000}"/>
          </ac:spMkLst>
        </pc:spChg>
        <pc:spChg chg="mod">
          <ac:chgData name="Jeremy Foss" userId="09ac0925-c8bb-438c-a205-6311faa2bcaf" providerId="ADAL" clId="{46573B53-B1E0-4A5A-9E40-1DBB9923BD3D}" dt="2018-10-11T13:36:44.824" v="791" actId="20577"/>
          <ac:spMkLst>
            <pc:docMk/>
            <pc:sldMk cId="2338601116" sldId="395"/>
            <ac:spMk id="5" creationId="{00000000-0000-0000-0000-000000000000}"/>
          </ac:spMkLst>
        </pc:spChg>
      </pc:sldChg>
      <pc:sldChg chg="addSp modSp">
        <pc:chgData name="Jeremy Foss" userId="09ac0925-c8bb-438c-a205-6311faa2bcaf" providerId="ADAL" clId="{46573B53-B1E0-4A5A-9E40-1DBB9923BD3D}" dt="2018-10-11T14:25:27.637" v="916" actId="20577"/>
        <pc:sldMkLst>
          <pc:docMk/>
          <pc:sldMk cId="1303220502" sldId="396"/>
        </pc:sldMkLst>
        <pc:spChg chg="mod">
          <ac:chgData name="Jeremy Foss" userId="09ac0925-c8bb-438c-a205-6311faa2bcaf" providerId="ADAL" clId="{46573B53-B1E0-4A5A-9E40-1DBB9923BD3D}" dt="2018-10-11T14:25:27.637" v="916" actId="20577"/>
          <ac:spMkLst>
            <pc:docMk/>
            <pc:sldMk cId="1303220502" sldId="396"/>
            <ac:spMk id="3" creationId="{00000000-0000-0000-0000-000000000000}"/>
          </ac:spMkLst>
        </pc:spChg>
        <pc:spChg chg="mod">
          <ac:chgData name="Jeremy Foss" userId="09ac0925-c8bb-438c-a205-6311faa2bcaf" providerId="ADAL" clId="{46573B53-B1E0-4A5A-9E40-1DBB9923BD3D}" dt="2018-10-11T14:21:49.263" v="912" actId="20577"/>
          <ac:spMkLst>
            <pc:docMk/>
            <pc:sldMk cId="1303220502" sldId="396"/>
            <ac:spMk id="4" creationId="{00000000-0000-0000-0000-000000000000}"/>
          </ac:spMkLst>
        </pc:spChg>
        <pc:spChg chg="add mod">
          <ac:chgData name="Jeremy Foss" userId="09ac0925-c8bb-438c-a205-6311faa2bcaf" providerId="ADAL" clId="{46573B53-B1E0-4A5A-9E40-1DBB9923BD3D}" dt="2018-10-11T14:23:54.084" v="913" actId="113"/>
          <ac:spMkLst>
            <pc:docMk/>
            <pc:sldMk cId="1303220502" sldId="396"/>
            <ac:spMk id="5" creationId="{D13271E7-EAEE-4AB5-B373-30CE28FC91D5}"/>
          </ac:spMkLst>
        </pc:spChg>
      </pc:sldChg>
      <pc:sldChg chg="del">
        <pc:chgData name="Jeremy Foss" userId="09ac0925-c8bb-438c-a205-6311faa2bcaf" providerId="ADAL" clId="{46573B53-B1E0-4A5A-9E40-1DBB9923BD3D}" dt="2018-10-10T10:53:59.708" v="0" actId="2696"/>
        <pc:sldMkLst>
          <pc:docMk/>
          <pc:sldMk cId="1344997439" sldId="398"/>
        </pc:sldMkLst>
      </pc:sldChg>
      <pc:sldChg chg="addSp modSp">
        <pc:chgData name="Jeremy Foss" userId="09ac0925-c8bb-438c-a205-6311faa2bcaf" providerId="ADAL" clId="{46573B53-B1E0-4A5A-9E40-1DBB9923BD3D}" dt="2018-10-10T12:23:32.177" v="601" actId="114"/>
        <pc:sldMkLst>
          <pc:docMk/>
          <pc:sldMk cId="305252015" sldId="400"/>
        </pc:sldMkLst>
        <pc:spChg chg="add mod">
          <ac:chgData name="Jeremy Foss" userId="09ac0925-c8bb-438c-a205-6311faa2bcaf" providerId="ADAL" clId="{46573B53-B1E0-4A5A-9E40-1DBB9923BD3D}" dt="2018-10-10T12:23:32.177" v="601" actId="114"/>
          <ac:spMkLst>
            <pc:docMk/>
            <pc:sldMk cId="305252015" sldId="400"/>
            <ac:spMk id="5" creationId="{11F29A1B-3497-483C-83FF-B4EAA39B0423}"/>
          </ac:spMkLst>
        </pc:spChg>
        <pc:picChg chg="mod">
          <ac:chgData name="Jeremy Foss" userId="09ac0925-c8bb-438c-a205-6311faa2bcaf" providerId="ADAL" clId="{46573B53-B1E0-4A5A-9E40-1DBB9923BD3D}" dt="2018-10-10T12:23:17.696" v="575" actId="1076"/>
          <ac:picMkLst>
            <pc:docMk/>
            <pc:sldMk cId="305252015" sldId="400"/>
            <ac:picMk id="4" creationId="{00000000-0000-0000-0000-000000000000}"/>
          </ac:picMkLst>
        </pc:picChg>
      </pc:sldChg>
      <pc:sldChg chg="del">
        <pc:chgData name="Jeremy Foss" userId="09ac0925-c8bb-438c-a205-6311faa2bcaf" providerId="ADAL" clId="{46573B53-B1E0-4A5A-9E40-1DBB9923BD3D}" dt="2018-10-10T10:54:30.776" v="1" actId="2696"/>
        <pc:sldMkLst>
          <pc:docMk/>
          <pc:sldMk cId="0" sldId="402"/>
        </pc:sldMkLst>
      </pc:sldChg>
      <pc:sldChg chg="addSp delSp modSp">
        <pc:chgData name="Jeremy Foss" userId="09ac0925-c8bb-438c-a205-6311faa2bcaf" providerId="ADAL" clId="{46573B53-B1E0-4A5A-9E40-1DBB9923BD3D}" dt="2018-10-11T15:32:43.549" v="1228" actId="1076"/>
        <pc:sldMkLst>
          <pc:docMk/>
          <pc:sldMk cId="0" sldId="404"/>
        </pc:sldMkLst>
        <pc:spChg chg="mod">
          <ac:chgData name="Jeremy Foss" userId="09ac0925-c8bb-438c-a205-6311faa2bcaf" providerId="ADAL" clId="{46573B53-B1E0-4A5A-9E40-1DBB9923BD3D}" dt="2018-10-11T14:58:27.757" v="1052" actId="6549"/>
          <ac:spMkLst>
            <pc:docMk/>
            <pc:sldMk cId="0" sldId="404"/>
            <ac:spMk id="3" creationId="{00000000-0000-0000-0000-000000000000}"/>
          </ac:spMkLst>
        </pc:spChg>
        <pc:spChg chg="mod">
          <ac:chgData name="Jeremy Foss" userId="09ac0925-c8bb-438c-a205-6311faa2bcaf" providerId="ADAL" clId="{46573B53-B1E0-4A5A-9E40-1DBB9923BD3D}" dt="2018-10-11T14:52:44.864" v="919" actId="1076"/>
          <ac:spMkLst>
            <pc:docMk/>
            <pc:sldMk cId="0" sldId="404"/>
            <ac:spMk id="4" creationId="{00000000-0000-0000-0000-000000000000}"/>
          </ac:spMkLst>
        </pc:spChg>
        <pc:spChg chg="add mod">
          <ac:chgData name="Jeremy Foss" userId="09ac0925-c8bb-438c-a205-6311faa2bcaf" providerId="ADAL" clId="{46573B53-B1E0-4A5A-9E40-1DBB9923BD3D}" dt="2018-10-11T14:56:58.717" v="969" actId="1582"/>
          <ac:spMkLst>
            <pc:docMk/>
            <pc:sldMk cId="0" sldId="404"/>
            <ac:spMk id="5" creationId="{9D522042-F721-44FE-AFC5-E1623FF3E434}"/>
          </ac:spMkLst>
        </pc:spChg>
        <pc:spChg chg="add mod">
          <ac:chgData name="Jeremy Foss" userId="09ac0925-c8bb-438c-a205-6311faa2bcaf" providerId="ADAL" clId="{46573B53-B1E0-4A5A-9E40-1DBB9923BD3D}" dt="2018-10-11T15:30:43.110" v="1196" actId="164"/>
          <ac:spMkLst>
            <pc:docMk/>
            <pc:sldMk cId="0" sldId="404"/>
            <ac:spMk id="6" creationId="{6F05C418-9003-48A4-8A73-8A4BF8CFBA11}"/>
          </ac:spMkLst>
        </pc:spChg>
        <pc:spChg chg="mod">
          <ac:chgData name="Jeremy Foss" userId="09ac0925-c8bb-438c-a205-6311faa2bcaf" providerId="ADAL" clId="{46573B53-B1E0-4A5A-9E40-1DBB9923BD3D}" dt="2018-10-11T15:32:40.925" v="1227" actId="1076"/>
          <ac:spMkLst>
            <pc:docMk/>
            <pc:sldMk cId="0" sldId="404"/>
            <ac:spMk id="7" creationId="{00000000-0000-0000-0000-000000000000}"/>
          </ac:spMkLst>
        </pc:spChg>
        <pc:spChg chg="add mod">
          <ac:chgData name="Jeremy Foss" userId="09ac0925-c8bb-438c-a205-6311faa2bcaf" providerId="ADAL" clId="{46573B53-B1E0-4A5A-9E40-1DBB9923BD3D}" dt="2018-10-11T15:32:43.549" v="1228" actId="1076"/>
          <ac:spMkLst>
            <pc:docMk/>
            <pc:sldMk cId="0" sldId="404"/>
            <ac:spMk id="8" creationId="{0CD45FE7-B92A-4CF6-9FFE-580C196D89AD}"/>
          </ac:spMkLst>
        </pc:spChg>
        <pc:spChg chg="add mod">
          <ac:chgData name="Jeremy Foss" userId="09ac0925-c8bb-438c-a205-6311faa2bcaf" providerId="ADAL" clId="{46573B53-B1E0-4A5A-9E40-1DBB9923BD3D}" dt="2018-10-11T15:32:32.956" v="1226" actId="20577"/>
          <ac:spMkLst>
            <pc:docMk/>
            <pc:sldMk cId="0" sldId="404"/>
            <ac:spMk id="11" creationId="{2B0B7DAD-642F-48B1-B680-38F136D83E96}"/>
          </ac:spMkLst>
        </pc:spChg>
        <pc:spChg chg="add mod">
          <ac:chgData name="Jeremy Foss" userId="09ac0925-c8bb-438c-a205-6311faa2bcaf" providerId="ADAL" clId="{46573B53-B1E0-4A5A-9E40-1DBB9923BD3D}" dt="2018-10-11T15:30:43.110" v="1196" actId="164"/>
          <ac:spMkLst>
            <pc:docMk/>
            <pc:sldMk cId="0" sldId="404"/>
            <ac:spMk id="12" creationId="{734A3104-AEAD-4E64-8FDC-794709ADB69C}"/>
          </ac:spMkLst>
        </pc:spChg>
        <pc:grpChg chg="mod">
          <ac:chgData name="Jeremy Foss" userId="09ac0925-c8bb-438c-a205-6311faa2bcaf" providerId="ADAL" clId="{46573B53-B1E0-4A5A-9E40-1DBB9923BD3D}" dt="2018-10-11T15:31:16.246" v="1208" actId="14100"/>
          <ac:grpSpMkLst>
            <pc:docMk/>
            <pc:sldMk cId="0" sldId="404"/>
            <ac:grpSpMk id="10" creationId="{00000000-0000-0000-0000-000000000000}"/>
          </ac:grpSpMkLst>
        </pc:grpChg>
        <pc:grpChg chg="add mod">
          <ac:chgData name="Jeremy Foss" userId="09ac0925-c8bb-438c-a205-6311faa2bcaf" providerId="ADAL" clId="{46573B53-B1E0-4A5A-9E40-1DBB9923BD3D}" dt="2018-10-11T15:30:46.125" v="1197" actId="1076"/>
          <ac:grpSpMkLst>
            <pc:docMk/>
            <pc:sldMk cId="0" sldId="404"/>
            <ac:grpSpMk id="13" creationId="{75A16771-B6F6-4610-912E-EC111F5F6411}"/>
          </ac:grpSpMkLst>
        </pc:grpChg>
        <pc:picChg chg="mod">
          <ac:chgData name="Jeremy Foss" userId="09ac0925-c8bb-438c-a205-6311faa2bcaf" providerId="ADAL" clId="{46573B53-B1E0-4A5A-9E40-1DBB9923BD3D}" dt="2018-10-11T15:31:24.573" v="1210" actId="1076"/>
          <ac:picMkLst>
            <pc:docMk/>
            <pc:sldMk cId="0" sldId="404"/>
            <ac:picMk id="2050" creationId="{00000000-0000-0000-0000-000000000000}"/>
          </ac:picMkLst>
        </pc:picChg>
        <pc:picChg chg="mod">
          <ac:chgData name="Jeremy Foss" userId="09ac0925-c8bb-438c-a205-6311faa2bcaf" providerId="ADAL" clId="{46573B53-B1E0-4A5A-9E40-1DBB9923BD3D}" dt="2018-10-11T15:31:21.117" v="1209" actId="1076"/>
          <ac:picMkLst>
            <pc:docMk/>
            <pc:sldMk cId="0" sldId="404"/>
            <ac:picMk id="2051" creationId="{00000000-0000-0000-0000-000000000000}"/>
          </ac:picMkLst>
        </pc:picChg>
        <pc:picChg chg="del">
          <ac:chgData name="Jeremy Foss" userId="09ac0925-c8bb-438c-a205-6311faa2bcaf" providerId="ADAL" clId="{46573B53-B1E0-4A5A-9E40-1DBB9923BD3D}" dt="2018-10-11T15:29:39.121" v="1155" actId="478"/>
          <ac:picMkLst>
            <pc:docMk/>
            <pc:sldMk cId="0" sldId="404"/>
            <ac:picMk id="2052" creationId="{00000000-0000-0000-0000-000000000000}"/>
          </ac:picMkLst>
        </pc:picChg>
      </pc:sldChg>
      <pc:sldChg chg="modSp">
        <pc:chgData name="Jeremy Foss" userId="09ac0925-c8bb-438c-a205-6311faa2bcaf" providerId="ADAL" clId="{46573B53-B1E0-4A5A-9E40-1DBB9923BD3D}" dt="2018-10-11T13:46:27.098" v="834" actId="20577"/>
        <pc:sldMkLst>
          <pc:docMk/>
          <pc:sldMk cId="2665640134" sldId="405"/>
        </pc:sldMkLst>
        <pc:spChg chg="mod">
          <ac:chgData name="Jeremy Foss" userId="09ac0925-c8bb-438c-a205-6311faa2bcaf" providerId="ADAL" clId="{46573B53-B1E0-4A5A-9E40-1DBB9923BD3D}" dt="2018-10-11T13:46:27.098" v="834" actId="20577"/>
          <ac:spMkLst>
            <pc:docMk/>
            <pc:sldMk cId="2665640134" sldId="405"/>
            <ac:spMk id="2" creationId="{00000000-0000-0000-0000-000000000000}"/>
          </ac:spMkLst>
        </pc:spChg>
      </pc:sldChg>
      <pc:sldChg chg="modSp ord">
        <pc:chgData name="Jeremy Foss" userId="09ac0925-c8bb-438c-a205-6311faa2bcaf" providerId="ADAL" clId="{46573B53-B1E0-4A5A-9E40-1DBB9923BD3D}" dt="2018-10-11T10:42:19.249" v="750"/>
        <pc:sldMkLst>
          <pc:docMk/>
          <pc:sldMk cId="0" sldId="408"/>
        </pc:sldMkLst>
        <pc:spChg chg="mod">
          <ac:chgData name="Jeremy Foss" userId="09ac0925-c8bb-438c-a205-6311faa2bcaf" providerId="ADAL" clId="{46573B53-B1E0-4A5A-9E40-1DBB9923BD3D}" dt="2018-10-10T12:02:08.399" v="303" actId="15"/>
          <ac:spMkLst>
            <pc:docMk/>
            <pc:sldMk cId="0" sldId="408"/>
            <ac:spMk id="2" creationId="{00000000-0000-0000-0000-000000000000}"/>
          </ac:spMkLst>
        </pc:spChg>
      </pc:sldChg>
      <pc:sldChg chg="modSp ord">
        <pc:chgData name="Jeremy Foss" userId="09ac0925-c8bb-438c-a205-6311faa2bcaf" providerId="ADAL" clId="{46573B53-B1E0-4A5A-9E40-1DBB9923BD3D}" dt="2018-10-11T10:42:25.033" v="751"/>
        <pc:sldMkLst>
          <pc:docMk/>
          <pc:sldMk cId="0" sldId="409"/>
        </pc:sldMkLst>
        <pc:picChg chg="mod">
          <ac:chgData name="Jeremy Foss" userId="09ac0925-c8bb-438c-a205-6311faa2bcaf" providerId="ADAL" clId="{46573B53-B1E0-4A5A-9E40-1DBB9923BD3D}" dt="2018-10-10T12:02:29.091" v="304" actId="1076"/>
          <ac:picMkLst>
            <pc:docMk/>
            <pc:sldMk cId="0" sldId="409"/>
            <ac:picMk id="7171" creationId="{00000000-0000-0000-0000-000000000000}"/>
          </ac:picMkLst>
        </pc:picChg>
      </pc:sldChg>
      <pc:sldChg chg="ord">
        <pc:chgData name="Jeremy Foss" userId="09ac0925-c8bb-438c-a205-6311faa2bcaf" providerId="ADAL" clId="{46573B53-B1E0-4A5A-9E40-1DBB9923BD3D}" dt="2018-10-11T10:44:16.905" v="753"/>
        <pc:sldMkLst>
          <pc:docMk/>
          <pc:sldMk cId="0" sldId="412"/>
        </pc:sldMkLst>
      </pc:sldChg>
      <pc:sldChg chg="del">
        <pc:chgData name="Jeremy Foss" userId="09ac0925-c8bb-438c-a205-6311faa2bcaf" providerId="ADAL" clId="{46573B53-B1E0-4A5A-9E40-1DBB9923BD3D}" dt="2018-10-11T14:52:01.141" v="917" actId="2696"/>
        <pc:sldMkLst>
          <pc:docMk/>
          <pc:sldMk cId="316689686" sldId="414"/>
        </pc:sldMkLst>
      </pc:sldChg>
      <pc:sldChg chg="modSp">
        <pc:chgData name="Jeremy Foss" userId="09ac0925-c8bb-438c-a205-6311faa2bcaf" providerId="ADAL" clId="{46573B53-B1E0-4A5A-9E40-1DBB9923BD3D}" dt="2018-10-10T12:21:02.645" v="572" actId="6549"/>
        <pc:sldMkLst>
          <pc:docMk/>
          <pc:sldMk cId="3424398006" sldId="417"/>
        </pc:sldMkLst>
        <pc:spChg chg="mod">
          <ac:chgData name="Jeremy Foss" userId="09ac0925-c8bb-438c-a205-6311faa2bcaf" providerId="ADAL" clId="{46573B53-B1E0-4A5A-9E40-1DBB9923BD3D}" dt="2018-10-10T12:21:02.645" v="572" actId="6549"/>
          <ac:spMkLst>
            <pc:docMk/>
            <pc:sldMk cId="3424398006" sldId="417"/>
            <ac:spMk id="15" creationId="{00000000-0000-0000-0000-000000000000}"/>
          </ac:spMkLst>
        </pc:spChg>
      </pc:sldChg>
      <pc:sldChg chg="addSp modSp add">
        <pc:chgData name="Jeremy Foss" userId="09ac0925-c8bb-438c-a205-6311faa2bcaf" providerId="ADAL" clId="{46573B53-B1E0-4A5A-9E40-1DBB9923BD3D}" dt="2018-10-11T13:46:47.592" v="836" actId="2710"/>
        <pc:sldMkLst>
          <pc:docMk/>
          <pc:sldMk cId="896019734" sldId="418"/>
        </pc:sldMkLst>
        <pc:spChg chg="add mod">
          <ac:chgData name="Jeremy Foss" userId="09ac0925-c8bb-438c-a205-6311faa2bcaf" providerId="ADAL" clId="{46573B53-B1E0-4A5A-9E40-1DBB9923BD3D}" dt="2018-10-11T13:45:38.404" v="826" actId="20577"/>
          <ac:spMkLst>
            <pc:docMk/>
            <pc:sldMk cId="896019734" sldId="418"/>
            <ac:spMk id="3" creationId="{A5F2585C-0B32-4C57-A617-60C09B704E8A}"/>
          </ac:spMkLst>
        </pc:spChg>
        <pc:spChg chg="add mod">
          <ac:chgData name="Jeremy Foss" userId="09ac0925-c8bb-438c-a205-6311faa2bcaf" providerId="ADAL" clId="{46573B53-B1E0-4A5A-9E40-1DBB9923BD3D}" dt="2018-10-11T13:46:47.592" v="836" actId="2710"/>
          <ac:spMkLst>
            <pc:docMk/>
            <pc:sldMk cId="896019734" sldId="418"/>
            <ac:spMk id="4" creationId="{0148043C-2666-4D8F-B0F4-F39EE82FCD20}"/>
          </ac:spMkLst>
        </pc:spChg>
        <pc:picChg chg="add mod">
          <ac:chgData name="Jeremy Foss" userId="09ac0925-c8bb-438c-a205-6311faa2bcaf" providerId="ADAL" clId="{46573B53-B1E0-4A5A-9E40-1DBB9923BD3D}" dt="2018-10-11T13:46:33.542" v="835" actId="1076"/>
          <ac:picMkLst>
            <pc:docMk/>
            <pc:sldMk cId="896019734" sldId="418"/>
            <ac:picMk id="2" creationId="{2365167E-ACB8-4CBA-BCE4-3B6C8D94D738}"/>
          </ac:picMkLst>
        </pc:picChg>
      </pc:sldChg>
    </pc:docChg>
  </pc:docChgLst>
  <pc:docChgLst>
    <pc:chgData name="Jeremy Foss" userId="09ac0925-c8bb-438c-a205-6311faa2bcaf" providerId="ADAL" clId="{15BEFE0E-B625-49DF-8827-73F06C5AB091}"/>
    <pc:docChg chg="custSel modSld">
      <pc:chgData name="Jeremy Foss" userId="09ac0925-c8bb-438c-a205-6311faa2bcaf" providerId="ADAL" clId="{15BEFE0E-B625-49DF-8827-73F06C5AB091}" dt="2019-10-24T13:36:02.476" v="232" actId="14100"/>
      <pc:docMkLst>
        <pc:docMk/>
      </pc:docMkLst>
      <pc:sldChg chg="modSp">
        <pc:chgData name="Jeremy Foss" userId="09ac0925-c8bb-438c-a205-6311faa2bcaf" providerId="ADAL" clId="{15BEFE0E-B625-49DF-8827-73F06C5AB091}" dt="2019-10-24T08:38:00.266" v="8" actId="20577"/>
        <pc:sldMkLst>
          <pc:docMk/>
          <pc:sldMk cId="0" sldId="263"/>
        </pc:sldMkLst>
        <pc:spChg chg="mod">
          <ac:chgData name="Jeremy Foss" userId="09ac0925-c8bb-438c-a205-6311faa2bcaf" providerId="ADAL" clId="{15BEFE0E-B625-49DF-8827-73F06C5AB091}" dt="2019-10-24T08:38:00.266" v="8" actId="20577"/>
          <ac:spMkLst>
            <pc:docMk/>
            <pc:sldMk cId="0" sldId="263"/>
            <ac:spMk id="15" creationId="{F6D4C030-03D1-4BC4-890A-F3C122C54B63}"/>
          </ac:spMkLst>
        </pc:spChg>
      </pc:sldChg>
      <pc:sldChg chg="modSp">
        <pc:chgData name="Jeremy Foss" userId="09ac0925-c8bb-438c-a205-6311faa2bcaf" providerId="ADAL" clId="{15BEFE0E-B625-49DF-8827-73F06C5AB091}" dt="2019-10-24T13:36:02.476" v="232" actId="14100"/>
        <pc:sldMkLst>
          <pc:docMk/>
          <pc:sldMk cId="305252015" sldId="400"/>
        </pc:sldMkLst>
        <pc:spChg chg="mod">
          <ac:chgData name="Jeremy Foss" userId="09ac0925-c8bb-438c-a205-6311faa2bcaf" providerId="ADAL" clId="{15BEFE0E-B625-49DF-8827-73F06C5AB091}" dt="2019-10-24T13:36:02.476" v="232" actId="14100"/>
          <ac:spMkLst>
            <pc:docMk/>
            <pc:sldMk cId="305252015" sldId="400"/>
            <ac:spMk id="2" creationId="{00000000-0000-0000-0000-000000000000}"/>
          </ac:spMkLst>
        </pc:spChg>
        <pc:spChg chg="mod">
          <ac:chgData name="Jeremy Foss" userId="09ac0925-c8bb-438c-a205-6311faa2bcaf" providerId="ADAL" clId="{15BEFE0E-B625-49DF-8827-73F06C5AB091}" dt="2019-10-24T13:34:20.435" v="231" actId="20577"/>
          <ac:spMkLst>
            <pc:docMk/>
            <pc:sldMk cId="305252015" sldId="400"/>
            <ac:spMk id="3" creationId="{00000000-0000-0000-0000-000000000000}"/>
          </ac:spMkLst>
        </pc:spChg>
        <pc:spChg chg="mod">
          <ac:chgData name="Jeremy Foss" userId="09ac0925-c8bb-438c-a205-6311faa2bcaf" providerId="ADAL" clId="{15BEFE0E-B625-49DF-8827-73F06C5AB091}" dt="2019-10-24T13:32:01.025" v="19" actId="1076"/>
          <ac:spMkLst>
            <pc:docMk/>
            <pc:sldMk cId="305252015" sldId="400"/>
            <ac:spMk id="5" creationId="{11F29A1B-3497-483C-83FF-B4EAA39B0423}"/>
          </ac:spMkLst>
        </pc:spChg>
        <pc:picChg chg="mod">
          <ac:chgData name="Jeremy Foss" userId="09ac0925-c8bb-438c-a205-6311faa2bcaf" providerId="ADAL" clId="{15BEFE0E-B625-49DF-8827-73F06C5AB091}" dt="2019-10-24T13:32:02.209" v="20" actId="1076"/>
          <ac:picMkLst>
            <pc:docMk/>
            <pc:sldMk cId="305252015" sldId="400"/>
            <ac:picMk id="4" creationId="{00000000-0000-0000-0000-000000000000}"/>
          </ac:picMkLst>
        </pc:picChg>
      </pc:sldChg>
      <pc:sldChg chg="modSp">
        <pc:chgData name="Jeremy Foss" userId="09ac0925-c8bb-438c-a205-6311faa2bcaf" providerId="ADAL" clId="{15BEFE0E-B625-49DF-8827-73F06C5AB091}" dt="2019-10-24T13:19:27.866" v="9" actId="14100"/>
        <pc:sldMkLst>
          <pc:docMk/>
          <pc:sldMk cId="0" sldId="404"/>
        </pc:sldMkLst>
        <pc:spChg chg="mod">
          <ac:chgData name="Jeremy Foss" userId="09ac0925-c8bb-438c-a205-6311faa2bcaf" providerId="ADAL" clId="{15BEFE0E-B625-49DF-8827-73F06C5AB091}" dt="2019-10-24T13:19:27.866" v="9" actId="14100"/>
          <ac:spMkLst>
            <pc:docMk/>
            <pc:sldMk cId="0" sldId="404"/>
            <ac:spMk id="5" creationId="{9D522042-F721-44FE-AFC5-E1623FF3E434}"/>
          </ac:spMkLst>
        </pc:spChg>
      </pc:sldChg>
    </pc:docChg>
  </pc:docChgLst>
  <pc:docChgLst>
    <pc:chgData name="Jeremy Foss" userId="09ac0925-c8bb-438c-a205-6311faa2bcaf" providerId="ADAL" clId="{0468637C-9085-4567-8AF7-08C78F8960CB}"/>
    <pc:docChg chg="modSld">
      <pc:chgData name="Jeremy Foss" userId="09ac0925-c8bb-438c-a205-6311faa2bcaf" providerId="ADAL" clId="{0468637C-9085-4567-8AF7-08C78F8960CB}" dt="2021-04-01T12:21:42.321" v="14" actId="20577"/>
      <pc:docMkLst>
        <pc:docMk/>
      </pc:docMkLst>
      <pc:sldChg chg="modSp mod">
        <pc:chgData name="Jeremy Foss" userId="09ac0925-c8bb-438c-a205-6311faa2bcaf" providerId="ADAL" clId="{0468637C-9085-4567-8AF7-08C78F8960CB}" dt="2021-04-01T12:21:42.321" v="14" actId="20577"/>
        <pc:sldMkLst>
          <pc:docMk/>
          <pc:sldMk cId="0" sldId="263"/>
        </pc:sldMkLst>
        <pc:spChg chg="mod">
          <ac:chgData name="Jeremy Foss" userId="09ac0925-c8bb-438c-a205-6311faa2bcaf" providerId="ADAL" clId="{0468637C-9085-4567-8AF7-08C78F8960CB}" dt="2021-04-01T12:21:42.321" v="14" actId="20577"/>
          <ac:spMkLst>
            <pc:docMk/>
            <pc:sldMk cId="0" sldId="263"/>
            <ac:spMk id="15" creationId="{F6D4C030-03D1-4BC4-890A-F3C122C54B63}"/>
          </ac:spMkLst>
        </pc:spChg>
      </pc:sldChg>
    </pc:docChg>
  </pc:docChgLst>
  <pc:docChgLst>
    <pc:chgData name="Jeremy Foss" userId="09ac0925-c8bb-438c-a205-6311faa2bcaf" providerId="ADAL" clId="{2CEC84EB-2886-4F76-8941-1FD49D4DC243}"/>
    <pc:docChg chg="custSel modSld">
      <pc:chgData name="Jeremy Foss" userId="09ac0925-c8bb-438c-a205-6311faa2bcaf" providerId="ADAL" clId="{2CEC84EB-2886-4F76-8941-1FD49D4DC243}" dt="2019-10-27T21:36:15.566" v="243" actId="1076"/>
      <pc:docMkLst>
        <pc:docMk/>
      </pc:docMkLst>
      <pc:sldChg chg="modSp">
        <pc:chgData name="Jeremy Foss" userId="09ac0925-c8bb-438c-a205-6311faa2bcaf" providerId="ADAL" clId="{2CEC84EB-2886-4F76-8941-1FD49D4DC243}" dt="2019-10-27T21:36:15.566" v="243" actId="1076"/>
        <pc:sldMkLst>
          <pc:docMk/>
          <pc:sldMk cId="305252015" sldId="400"/>
        </pc:sldMkLst>
        <pc:spChg chg="mod">
          <ac:chgData name="Jeremy Foss" userId="09ac0925-c8bb-438c-a205-6311faa2bcaf" providerId="ADAL" clId="{2CEC84EB-2886-4F76-8941-1FD49D4DC243}" dt="2019-10-27T21:36:15.566" v="243" actId="1076"/>
          <ac:spMkLst>
            <pc:docMk/>
            <pc:sldMk cId="305252015" sldId="400"/>
            <ac:spMk id="2" creationId="{00000000-0000-0000-0000-000000000000}"/>
          </ac:spMkLst>
        </pc:spChg>
        <pc:spChg chg="mod">
          <ac:chgData name="Jeremy Foss" userId="09ac0925-c8bb-438c-a205-6311faa2bcaf" providerId="ADAL" clId="{2CEC84EB-2886-4F76-8941-1FD49D4DC243}" dt="2019-10-27T21:35:53.242" v="242" actId="20577"/>
          <ac:spMkLst>
            <pc:docMk/>
            <pc:sldMk cId="305252015" sldId="400"/>
            <ac:spMk id="5" creationId="{11F29A1B-3497-483C-83FF-B4EAA39B0423}"/>
          </ac:spMkLst>
        </pc:spChg>
        <pc:picChg chg="mod">
          <ac:chgData name="Jeremy Foss" userId="09ac0925-c8bb-438c-a205-6311faa2bcaf" providerId="ADAL" clId="{2CEC84EB-2886-4F76-8941-1FD49D4DC243}" dt="2019-10-27T21:34:56.574" v="146" actId="1076"/>
          <ac:picMkLst>
            <pc:docMk/>
            <pc:sldMk cId="305252015" sldId="400"/>
            <ac:picMk id="4" creationId="{00000000-0000-0000-0000-000000000000}"/>
          </ac:picMkLst>
        </pc:picChg>
      </pc:sldChg>
      <pc:sldChg chg="modSp">
        <pc:chgData name="Jeremy Foss" userId="09ac0925-c8bb-438c-a205-6311faa2bcaf" providerId="ADAL" clId="{2CEC84EB-2886-4F76-8941-1FD49D4DC243}" dt="2019-10-25T15:44:59.053" v="46" actId="20577"/>
        <pc:sldMkLst>
          <pc:docMk/>
          <pc:sldMk cId="0" sldId="410"/>
        </pc:sldMkLst>
        <pc:spChg chg="mod">
          <ac:chgData name="Jeremy Foss" userId="09ac0925-c8bb-438c-a205-6311faa2bcaf" providerId="ADAL" clId="{2CEC84EB-2886-4F76-8941-1FD49D4DC243}" dt="2019-10-25T15:44:42.605" v="26" actId="20577"/>
          <ac:spMkLst>
            <pc:docMk/>
            <pc:sldMk cId="0" sldId="410"/>
            <ac:spMk id="2" creationId="{00000000-0000-0000-0000-000000000000}"/>
          </ac:spMkLst>
        </pc:spChg>
        <pc:spChg chg="mod">
          <ac:chgData name="Jeremy Foss" userId="09ac0925-c8bb-438c-a205-6311faa2bcaf" providerId="ADAL" clId="{2CEC84EB-2886-4F76-8941-1FD49D4DC243}" dt="2019-10-25T15:44:59.053" v="46" actId="20577"/>
          <ac:spMkLst>
            <pc:docMk/>
            <pc:sldMk cId="0" sldId="410"/>
            <ac:spMk id="3" creationId="{00000000-0000-0000-0000-000000000000}"/>
          </ac:spMkLst>
        </pc:spChg>
      </pc:sldChg>
    </pc:docChg>
  </pc:docChgLst>
  <pc:docChgLst>
    <pc:chgData name="Jeremy Foss" userId="09ac0925-c8bb-438c-a205-6311faa2bcaf" providerId="ADAL" clId="{19327C5C-97F9-4C86-B546-9BABEC849447}"/>
    <pc:docChg chg="addSld delSld modSld">
      <pc:chgData name="Jeremy Foss" userId="09ac0925-c8bb-438c-a205-6311faa2bcaf" providerId="ADAL" clId="{19327C5C-97F9-4C86-B546-9BABEC849447}" dt="2021-06-10T07:20:27.292" v="6"/>
      <pc:docMkLst>
        <pc:docMk/>
      </pc:docMkLst>
      <pc:sldChg chg="add">
        <pc:chgData name="Jeremy Foss" userId="09ac0925-c8bb-438c-a205-6311faa2bcaf" providerId="ADAL" clId="{19327C5C-97F9-4C86-B546-9BABEC849447}" dt="2021-06-10T07:16:25.759" v="1"/>
        <pc:sldMkLst>
          <pc:docMk/>
          <pc:sldMk cId="3824924402" sldId="377"/>
        </pc:sldMkLst>
      </pc:sldChg>
      <pc:sldChg chg="del">
        <pc:chgData name="Jeremy Foss" userId="09ac0925-c8bb-438c-a205-6311faa2bcaf" providerId="ADAL" clId="{19327C5C-97F9-4C86-B546-9BABEC849447}" dt="2021-06-10T07:20:10.192" v="5" actId="2696"/>
        <pc:sldMkLst>
          <pc:docMk/>
          <pc:sldMk cId="0" sldId="379"/>
        </pc:sldMkLst>
      </pc:sldChg>
      <pc:sldChg chg="add">
        <pc:chgData name="Jeremy Foss" userId="09ac0925-c8bb-438c-a205-6311faa2bcaf" providerId="ADAL" clId="{19327C5C-97F9-4C86-B546-9BABEC849447}" dt="2021-06-10T07:20:27.292" v="6"/>
        <pc:sldMkLst>
          <pc:docMk/>
          <pc:sldMk cId="4214497038" sldId="379"/>
        </pc:sldMkLst>
      </pc:sldChg>
      <pc:sldChg chg="del">
        <pc:chgData name="Jeremy Foss" userId="09ac0925-c8bb-438c-a205-6311faa2bcaf" providerId="ADAL" clId="{19327C5C-97F9-4C86-B546-9BABEC849447}" dt="2021-06-10T07:20:10.192" v="5" actId="2696"/>
        <pc:sldMkLst>
          <pc:docMk/>
          <pc:sldMk cId="3424398006" sldId="417"/>
        </pc:sldMkLst>
      </pc:sldChg>
      <pc:sldChg chg="add">
        <pc:chgData name="Jeremy Foss" userId="09ac0925-c8bb-438c-a205-6311faa2bcaf" providerId="ADAL" clId="{19327C5C-97F9-4C86-B546-9BABEC849447}" dt="2021-06-10T07:20:27.292" v="6"/>
        <pc:sldMkLst>
          <pc:docMk/>
          <pc:sldMk cId="3628618011" sldId="417"/>
        </pc:sldMkLst>
      </pc:sldChg>
      <pc:sldChg chg="add">
        <pc:chgData name="Jeremy Foss" userId="09ac0925-c8bb-438c-a205-6311faa2bcaf" providerId="ADAL" clId="{19327C5C-97F9-4C86-B546-9BABEC849447}" dt="2021-06-10T07:19:10.741" v="3"/>
        <pc:sldMkLst>
          <pc:docMk/>
          <pc:sldMk cId="3992792968" sldId="430"/>
        </pc:sldMkLst>
      </pc:sldChg>
      <pc:sldChg chg="add">
        <pc:chgData name="Jeremy Foss" userId="09ac0925-c8bb-438c-a205-6311faa2bcaf" providerId="ADAL" clId="{19327C5C-97F9-4C86-B546-9BABEC849447}" dt="2021-06-10T07:19:10.741" v="3"/>
        <pc:sldMkLst>
          <pc:docMk/>
          <pc:sldMk cId="0" sldId="439"/>
        </pc:sldMkLst>
      </pc:sldChg>
      <pc:sldChg chg="add">
        <pc:chgData name="Jeremy Foss" userId="09ac0925-c8bb-438c-a205-6311faa2bcaf" providerId="ADAL" clId="{19327C5C-97F9-4C86-B546-9BABEC849447}" dt="2021-06-10T07:20:00.121" v="4"/>
        <pc:sldMkLst>
          <pc:docMk/>
          <pc:sldMk cId="2630811595" sldId="485"/>
        </pc:sldMkLst>
      </pc:sldChg>
      <pc:sldChg chg="add">
        <pc:chgData name="Jeremy Foss" userId="09ac0925-c8bb-438c-a205-6311faa2bcaf" providerId="ADAL" clId="{19327C5C-97F9-4C86-B546-9BABEC849447}" dt="2021-06-10T07:16:06.044" v="0"/>
        <pc:sldMkLst>
          <pc:docMk/>
          <pc:sldMk cId="63557835" sldId="490"/>
        </pc:sldMkLst>
      </pc:sldChg>
      <pc:sldChg chg="add">
        <pc:chgData name="Jeremy Foss" userId="09ac0925-c8bb-438c-a205-6311faa2bcaf" providerId="ADAL" clId="{19327C5C-97F9-4C86-B546-9BABEC849447}" dt="2021-06-10T07:17:53.050" v="2"/>
        <pc:sldMkLst>
          <pc:docMk/>
          <pc:sldMk cId="2221621112" sldId="518"/>
        </pc:sldMkLst>
      </pc:sldChg>
      <pc:sldChg chg="add">
        <pc:chgData name="Jeremy Foss" userId="09ac0925-c8bb-438c-a205-6311faa2bcaf" providerId="ADAL" clId="{19327C5C-97F9-4C86-B546-9BABEC849447}" dt="2021-06-10T07:17:53.050" v="2"/>
        <pc:sldMkLst>
          <pc:docMk/>
          <pc:sldMk cId="2018986050" sldId="5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780" cy="497339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1451" y="0"/>
            <a:ext cx="2938780" cy="497339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r">
              <a:defRPr sz="1200"/>
            </a:lvl1pPr>
          </a:lstStyle>
          <a:p>
            <a:fld id="{E3E8584F-9C57-45A2-926F-20760A797FC5}" type="datetimeFigureOut">
              <a:rPr lang="en-GB" smtClean="0"/>
              <a:pPr/>
              <a:t>10/06/2021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15014"/>
            <a:ext cx="2938780" cy="497338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1451" y="9415014"/>
            <a:ext cx="2938780" cy="497338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r">
              <a:defRPr sz="1200"/>
            </a:lvl1pPr>
          </a:lstStyle>
          <a:p>
            <a:fld id="{75D40A58-B201-429A-86E7-12A31D61DF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703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33DBADEE-85C2-4543-AF2A-C0EE8286648C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8B41D82C-D709-4D40-AC67-CD77155EB4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810E5CB8-7DFA-4B51-8C71-901F2EB07A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 dirty="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A36A2A6D-EE5F-4754-B1BF-A9D4CE30A0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A4325AFA-4AF4-412F-9D24-B886182F4B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398693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 b="0" dirty="0">
                <a:solidFill>
                  <a:srgbClr val="000066"/>
                </a:solidFill>
              </a:rPr>
              <a:t>BEng Broadcast and Communications Engineering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25C9AB61-1834-4410-8232-0C68405E1D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80456" y="6597435"/>
            <a:ext cx="40504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DIG4143: Broadcast Technology</a:t>
            </a:r>
            <a:endParaRPr lang="en-GB" sz="1200" dirty="0">
              <a:solidFill>
                <a:srgbClr val="00006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www.cisco.com/c/en/us/solutions/service-provider/distribution/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cable.doit.wisc.edu/SMPTE/01-Compression%20for%20IPTV/Trow.TP.01-14-2008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nellgroup.com/documents/brochures/automation-and-media-management/Momentum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://perpetualstorage.com/need-right-data-right-place/" TargetMode="External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mpte.org/PDA_On-demand/IMF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mpte.org/sites/default/files/section-files/GVExpo2018%20SMPTE%2004%20-%20Scalable%20Facilities%20with%20ST%202110%20-%20Mailhot.p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youtu.be/K3dn5gQYyw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4917FEB-B121-42CD-96BD-8BDE140DB4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11" y="4026360"/>
            <a:ext cx="2342417" cy="648850"/>
          </a:xfrm>
          <a:prstGeom prst="rect">
            <a:avLst/>
          </a:prstGeom>
        </p:spPr>
      </p:pic>
      <p:pic>
        <p:nvPicPr>
          <p:cNvPr id="11" name="Picture 2" descr="BBC Academy">
            <a:extLst>
              <a:ext uri="{FF2B5EF4-FFF2-40B4-BE49-F238E27FC236}">
                <a16:creationId xmlns:a16="http://schemas.microsoft.com/office/drawing/2014/main" id="{86D9BAD7-4BAD-4555-A8F5-EAC41FD07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291" y="4026360"/>
            <a:ext cx="629160" cy="62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AA8D4E0-2D7E-4298-8B41-EA02B6EA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>
                  <a:alpha val="65000"/>
                </a:schemeClr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4C030-03D1-4BC4-890A-F3C122C54B63}"/>
              </a:ext>
            </a:extLst>
          </p:cNvPr>
          <p:cNvSpPr txBox="1"/>
          <p:nvPr/>
        </p:nvSpPr>
        <p:spPr>
          <a:xfrm>
            <a:off x="281911" y="2348880"/>
            <a:ext cx="55787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/>
              <a:t>Broadcast Workflow</a:t>
            </a:r>
            <a:endParaRPr lang="en-GB" sz="4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64C8B-816C-4BA4-93DB-CD3BCF30C94E}"/>
              </a:ext>
            </a:extLst>
          </p:cNvPr>
          <p:cNvSpPr txBox="1"/>
          <p:nvPr/>
        </p:nvSpPr>
        <p:spPr>
          <a:xfrm>
            <a:off x="7012865" y="3905323"/>
            <a:ext cx="1632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Jerry Foss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647A16-B063-42CF-875D-93B3B0017DD3}"/>
              </a:ext>
            </a:extLst>
          </p:cNvPr>
          <p:cNvSpPr txBox="1"/>
          <p:nvPr/>
        </p:nvSpPr>
        <p:spPr>
          <a:xfrm>
            <a:off x="6193998" y="4336656"/>
            <a:ext cx="2470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jeremy.foss@bcu.ac.uk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3700" y="981918"/>
            <a:ext cx="8138740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Effective workflow </a:t>
            </a:r>
          </a:p>
          <a:p>
            <a:pPr marL="182563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ensure that critical business processes can be tracked and optimised over time</a:t>
            </a:r>
          </a:p>
          <a:p>
            <a:pPr marL="182563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auditing, logging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 marL="182563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to seamlessly orchestrate the interactions between enterprise resources </a:t>
            </a:r>
          </a:p>
          <a:p>
            <a:pPr marL="534988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storage</a:t>
            </a:r>
          </a:p>
          <a:p>
            <a:pPr marL="534988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 err="1"/>
              <a:t>transcoding</a:t>
            </a:r>
            <a:endParaRPr lang="en-GB" sz="1600" dirty="0"/>
          </a:p>
          <a:p>
            <a:pPr marL="534988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network </a:t>
            </a:r>
          </a:p>
          <a:p>
            <a:pPr marL="534988" indent="-182563">
              <a:lnSpc>
                <a:spcPct val="150000"/>
              </a:lnSpc>
              <a:buFont typeface="Arial" pitchFamily="34" charset="0"/>
              <a:buChar char="•"/>
            </a:pPr>
            <a:r>
              <a:rPr lang="en-GB" sz="1600" dirty="0"/>
              <a:t>etc</a:t>
            </a:r>
          </a:p>
          <a:p>
            <a:pPr marL="182563" indent="-182563">
              <a:lnSpc>
                <a:spcPct val="150000"/>
              </a:lnSpc>
            </a:pPr>
            <a:r>
              <a:rPr lang="en-GB" sz="1600" dirty="0"/>
              <a:t>... and groups of people</a:t>
            </a:r>
          </a:p>
          <a:p>
            <a:endParaRPr lang="en-GB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393700" y="331788"/>
            <a:ext cx="3286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5763" y="953725"/>
            <a:ext cx="8281692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PLANNING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up to the point of shooting 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conventions and practices to be adopted at the start of the process</a:t>
            </a:r>
          </a:p>
          <a:p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RUSHES MANAGEMENT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capture and handling of content,  on location or in a studio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up to the point of rushes archive and management.</a:t>
            </a:r>
          </a:p>
          <a:p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POST-PRODUCTION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from the ‘ingest’ of material into the edit 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through to the completion of the master</a:t>
            </a:r>
          </a:p>
          <a:p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DELIVERY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production of masters for delivery to broadcasters, clients or audiences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DPP technical and metadata standards for file-based delivery of completed programmes.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385763" y="323850"/>
            <a:ext cx="36920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Production to Delivery </a:t>
            </a:r>
            <a:endParaRPr lang="en-GB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5763" y="90872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/>
              <a:t>Contribution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Dedicated links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Satellite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IP -based: low-res, high -res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3222" y="4308658"/>
            <a:ext cx="438474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/>
              <a:t>If not networked, then probably …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Tape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Disk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SSD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Mobile, handheld devices</a:t>
            </a:r>
          </a:p>
          <a:p>
            <a:pPr marL="182563" indent="-182563">
              <a:buFont typeface="Arial" pitchFamily="34" charset="0"/>
              <a:buChar char="•"/>
            </a:pPr>
            <a:endParaRPr lang="en-GB"/>
          </a:p>
          <a:p>
            <a:r>
              <a:rPr lang="en-GB"/>
              <a:t>Metadata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848136" y="2175555"/>
            <a:ext cx="4572000" cy="1919664"/>
            <a:chOff x="497305" y="3290804"/>
            <a:chExt cx="4572000" cy="1919664"/>
          </a:xfrm>
        </p:grpSpPr>
        <p:sp>
          <p:nvSpPr>
            <p:cNvPr id="4" name="Rectangle 3"/>
            <p:cNvSpPr/>
            <p:nvPr/>
          </p:nvSpPr>
          <p:spPr>
            <a:xfrm>
              <a:off x="497305" y="3326819"/>
              <a:ext cx="4572000" cy="147732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GB"/>
                <a:t>Other Sources 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GB"/>
                <a:t>Archive 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GB"/>
                <a:t>News Agencies 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GB"/>
                <a:t>Stock footage </a:t>
              </a:r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GB"/>
                <a:t>Internet</a:t>
              </a: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539465" y="3290804"/>
              <a:ext cx="1247774" cy="1162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53372" y="4468686"/>
              <a:ext cx="1350150" cy="7417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Rectangle 6"/>
          <p:cNvSpPr/>
          <p:nvPr/>
        </p:nvSpPr>
        <p:spPr>
          <a:xfrm>
            <a:off x="6223859" y="4123263"/>
            <a:ext cx="236675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/>
              <a:t>Distribution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Terrestrial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Satellite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Cable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Web: Live &amp; VOD 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/>
              <a:t>Mobile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>
                <a:solidFill>
                  <a:schemeClr val="bg1">
                    <a:lumMod val="75000"/>
                  </a:schemeClr>
                </a:solidFill>
              </a:rPr>
              <a:t>Metadata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763" y="323850"/>
            <a:ext cx="6256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Sources, Technologies and Architectures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B7DAD-642F-48B1-B680-38F136D83E96}"/>
              </a:ext>
            </a:extLst>
          </p:cNvPr>
          <p:cNvSpPr/>
          <p:nvPr/>
        </p:nvSpPr>
        <p:spPr>
          <a:xfrm>
            <a:off x="4988022" y="785515"/>
            <a:ext cx="339609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/>
              <a:t>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Editing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Colour grading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Subtitles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tx1">
                    <a:lumMod val="50000"/>
                    <a:lumOff val="50000"/>
                  </a:schemeClr>
                </a:solidFill>
              </a:rPr>
              <a:t>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Metadata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Archiving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Asset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(Predelivery – EPG .. etc)</a:t>
            </a:r>
          </a:p>
          <a:p>
            <a:r>
              <a:rPr lang="en-GB" b="1"/>
              <a:t>Delivery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bg1">
                    <a:lumMod val="50000"/>
                  </a:schemeClr>
                </a:solidFill>
              </a:rPr>
              <a:t>Metadata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D522042-F721-44FE-AFC5-E1623FF3E434}"/>
              </a:ext>
            </a:extLst>
          </p:cNvPr>
          <p:cNvSpPr/>
          <p:nvPr/>
        </p:nvSpPr>
        <p:spPr>
          <a:xfrm>
            <a:off x="4572001" y="1178749"/>
            <a:ext cx="331936" cy="5085565"/>
          </a:xfrm>
          <a:prstGeom prst="rightBrace">
            <a:avLst>
              <a:gd name="adj1" fmla="val 30180"/>
              <a:gd name="adj2" fmla="val 2050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D45FE7-B92A-4CF6-9FFE-580C196D89AD}"/>
              </a:ext>
            </a:extLst>
          </p:cNvPr>
          <p:cNvSpPr/>
          <p:nvPr/>
        </p:nvSpPr>
        <p:spPr>
          <a:xfrm>
            <a:off x="6709524" y="6136242"/>
            <a:ext cx="1720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/>
              <a:t>User Content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A16771-B6F6-4610-912E-EC111F5F6411}"/>
              </a:ext>
            </a:extLst>
          </p:cNvPr>
          <p:cNvGrpSpPr/>
          <p:nvPr/>
        </p:nvGrpSpPr>
        <p:grpSpPr>
          <a:xfrm>
            <a:off x="8171869" y="621128"/>
            <a:ext cx="586368" cy="5720059"/>
            <a:chOff x="8326478" y="739679"/>
            <a:chExt cx="586368" cy="5720059"/>
          </a:xfrm>
        </p:grpSpPr>
        <p:sp>
          <p:nvSpPr>
            <p:cNvPr id="6" name="Arrow: Up-Down 5">
              <a:extLst>
                <a:ext uri="{FF2B5EF4-FFF2-40B4-BE49-F238E27FC236}">
                  <a16:creationId xmlns:a16="http://schemas.microsoft.com/office/drawing/2014/main" id="{6F05C418-9003-48A4-8A73-8A4BF8CFBA11}"/>
                </a:ext>
              </a:extLst>
            </p:cNvPr>
            <p:cNvSpPr/>
            <p:nvPr/>
          </p:nvSpPr>
          <p:spPr>
            <a:xfrm>
              <a:off x="8326478" y="739679"/>
              <a:ext cx="586368" cy="5720059"/>
            </a:xfrm>
            <a:prstGeom prst="upDownArrow">
              <a:avLst>
                <a:gd name="adj1" fmla="val 50000"/>
                <a:gd name="adj2" fmla="val 110365"/>
              </a:avLst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4A3104-AEAD-4E64-8FDC-794709ADB69C}"/>
                </a:ext>
              </a:extLst>
            </p:cNvPr>
            <p:cNvSpPr txBox="1"/>
            <p:nvPr/>
          </p:nvSpPr>
          <p:spPr>
            <a:xfrm rot="16200000">
              <a:off x="6699899" y="3072781"/>
              <a:ext cx="3803122" cy="375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600">
                  <a:latin typeface="Lucida Sans Unicode" pitchFamily="34" charset="0"/>
                  <a:cs typeface="Lucida Sans Unicode" pitchFamily="34" charset="0"/>
                </a:rPr>
                <a:t>Security, Asset Management</a:t>
              </a:r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0787" y="336406"/>
            <a:ext cx="65664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Typical Essences, Wrappers, Metadata, </a:t>
            </a:r>
            <a:r>
              <a:rPr lang="en-GB" sz="2400" b="1" dirty="0" err="1"/>
              <a:t>etc</a:t>
            </a:r>
            <a:r>
              <a:rPr lang="en-GB" sz="2400" b="1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2020" y="863715"/>
            <a:ext cx="414409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indent="-174625"/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METADATA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Structural Metadata SMPTE 377M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MPEG-7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EBU-Core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Descriptive Metadata Scheme - 1 (S380M)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Custom Metadata Scheme Via XML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AS11 1.1/DPP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SMPTE 434 </a:t>
            </a:r>
            <a:r>
              <a:rPr lang="en-GB" sz="1600">
                <a:latin typeface="Lucida Sans Unicode" pitchFamily="34" charset="0"/>
                <a:cs typeface="Lucida Sans Unicode" pitchFamily="34" charset="0"/>
              </a:rPr>
              <a:t>dictionaries 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/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WRAPPERS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AS11 1.1 / DPP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XAVC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Cinema DNG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AVC-Ultra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AVC-</a:t>
            </a:r>
            <a:r>
              <a:rPr lang="en-GB" sz="1600" dirty="0" err="1">
                <a:latin typeface="Lucida Sans Unicode" pitchFamily="34" charset="0"/>
                <a:cs typeface="Lucida Sans Unicode" pitchFamily="34" charset="0"/>
              </a:rPr>
              <a:t>LonGOP</a:t>
            </a: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 (RDD 26:2014)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AVC Proxy (RDD </a:t>
            </a:r>
            <a:r>
              <a:rPr lang="en-GB" sz="1600">
                <a:latin typeface="Lucida Sans Unicode" pitchFamily="34" charset="0"/>
                <a:cs typeface="Lucida Sans Unicode" pitchFamily="34" charset="0"/>
              </a:rPr>
              <a:t>25:2014)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IMF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MXF … 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OPAtom </a:t>
            </a: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and OP1a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OP1b; OP1C; Op2a-c; OP3a-c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617" y="863715"/>
            <a:ext cx="394880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>
                <a:latin typeface="Lucida Sans Unicode" pitchFamily="34" charset="0"/>
                <a:cs typeface="Lucida Sans Unicode" pitchFamily="34" charset="0"/>
              </a:rPr>
              <a:t>ESSENCES - Audio, Video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MPEG-2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H.264 .. AVC-Intra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Pro Res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SHQ / NDI 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JPEG 2000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DNxHD (VC-3)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DNxRI (HR) (VC-3)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DVCAM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DVCPRO 25 </a:t>
            </a:r>
            <a:r>
              <a:rPr lang="en-GB" sz="1600">
                <a:latin typeface="Lucida Sans Unicode" pitchFamily="34" charset="0"/>
                <a:cs typeface="Lucida Sans Unicode" pitchFamily="34" charset="0"/>
              </a:rPr>
              <a:t>/ 50 … HD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AVI-DV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MPEG - 1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MPEG - 2 long GOP and I frame SD and HD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MPEG PS, TS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MPEG - 4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AES3 </a:t>
            </a:r>
          </a:p>
          <a:p>
            <a:pPr lvl="1"/>
            <a:r>
              <a:rPr lang="en-GB" sz="1600">
                <a:latin typeface="Lucida Sans Unicode" pitchFamily="34" charset="0"/>
                <a:cs typeface="Lucida Sans Unicode" pitchFamily="34" charset="0"/>
              </a:rPr>
              <a:t>(S302M, S331M PCM, Dolby-E</a:t>
            </a: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)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AIFF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Wave </a:t>
            </a: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/ BWF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AAC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271E7-EAEE-4AB5-B373-30CE28FC91D5}"/>
              </a:ext>
            </a:extLst>
          </p:cNvPr>
          <p:cNvSpPr txBox="1"/>
          <p:nvPr/>
        </p:nvSpPr>
        <p:spPr>
          <a:xfrm>
            <a:off x="1597143" y="2364125"/>
            <a:ext cx="2798500" cy="2262158"/>
          </a:xfrm>
          <a:prstGeom prst="rect">
            <a:avLst/>
          </a:prstGeom>
          <a:solidFill>
            <a:srgbClr val="FDEADA">
              <a:alpha val="89804"/>
            </a:srgb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Codecs –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latin typeface="Lucida Sans Unicode" pitchFamily="34" charset="0"/>
                <a:cs typeface="Lucida Sans Unicode" pitchFamily="34" charset="0"/>
              </a:rPr>
              <a:t>Acquisition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latin typeface="Lucida Sans Unicode" pitchFamily="34" charset="0"/>
                <a:cs typeface="Lucida Sans Unicode" pitchFamily="34" charset="0"/>
              </a:rPr>
              <a:t>Mezzanine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>
                <a:latin typeface="Lucida Sans Unicode" pitchFamily="34" charset="0"/>
                <a:cs typeface="Lucida Sans Unicode" pitchFamily="34" charset="0"/>
              </a:rPr>
              <a:t>Distribution</a:t>
            </a:r>
            <a:endParaRPr lang="en-GB" sz="24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2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5885" y="331788"/>
            <a:ext cx="8318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Workflow – From Traditional  to Next Gen TV</a:t>
            </a:r>
            <a:endParaRPr lang="en-GB" sz="24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6545" y="863715"/>
            <a:ext cx="801089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>
                <a:latin typeface="Lucida Sans Unicode" pitchFamily="34" charset="0"/>
                <a:cs typeface="Lucida Sans Unicode" pitchFamily="34" charset="0"/>
              </a:rPr>
              <a:t>Recent Developments in the Media Industry (and specifically TV)</a:t>
            </a:r>
          </a:p>
          <a:p>
            <a:endParaRPr lang="en-GB" sz="1400" b="1"/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400" b="1"/>
              <a:t>Main technologues</a:t>
            </a:r>
          </a:p>
          <a:p>
            <a:pPr marL="639763" lvl="1" indent="-182563">
              <a:buFont typeface="Arial" pitchFamily="34" charset="0"/>
              <a:buChar char="•"/>
            </a:pPr>
            <a:r>
              <a:rPr lang="en-GB" sz="1400"/>
              <a:t>UHD / 4K … 8K </a:t>
            </a:r>
          </a:p>
          <a:p>
            <a:pPr marL="639763" lvl="1" indent="-182563">
              <a:buFont typeface="Arial" pitchFamily="34" charset="0"/>
              <a:buChar char="•"/>
            </a:pPr>
            <a:r>
              <a:rPr lang="en-GB" sz="1400"/>
              <a:t>HDR</a:t>
            </a:r>
          </a:p>
          <a:p>
            <a:pPr marL="639763" lvl="1" indent="-182563">
              <a:buFont typeface="Arial" pitchFamily="34" charset="0"/>
              <a:buChar char="•"/>
            </a:pPr>
            <a:r>
              <a:rPr lang="en-GB" sz="1400"/>
              <a:t>video compression</a:t>
            </a:r>
          </a:p>
          <a:p>
            <a:pPr marL="639763" lvl="1" indent="-182563">
              <a:buFont typeface="Arial" pitchFamily="34" charset="0"/>
              <a:buChar char="•"/>
            </a:pPr>
            <a:r>
              <a:rPr lang="en-GB" sz="1400"/>
              <a:t>storage </a:t>
            </a:r>
          </a:p>
          <a:p>
            <a:pPr marL="639763" lvl="1" indent="-182563">
              <a:buFont typeface="Arial" pitchFamily="34" charset="0"/>
              <a:buChar char="•"/>
            </a:pPr>
            <a:r>
              <a:rPr lang="en-GB" sz="1400"/>
              <a:t>bandwidth 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400">
              <a:latin typeface="Lucida Sans Unicode" pitchFamily="34" charset="0"/>
              <a:cs typeface="Lucida Sans Unicode" pitchFamily="34" charset="0"/>
            </a:endParaRP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400" b="1">
                <a:latin typeface="Lucida Sans Unicode" pitchFamily="34" charset="0"/>
                <a:cs typeface="Lucida Sans Unicode" pitchFamily="34" charset="0"/>
              </a:rPr>
              <a:t>New services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400">
                <a:latin typeface="Lucida Sans Unicode" pitchFamily="34" charset="0"/>
                <a:cs typeface="Lucida Sans Unicode" pitchFamily="34" charset="0"/>
              </a:rPr>
              <a:t>Digital Media / Multi Platform</a:t>
            </a: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Multi-screen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Interaction and personalisation</a:t>
            </a:r>
          </a:p>
          <a:p>
            <a:pPr marL="1095375" lvl="2" indent="-180975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Multi-sourced inputs in real time</a:t>
            </a:r>
          </a:p>
          <a:p>
            <a:pPr marL="1095375" lvl="2" indent="-180975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Multiple potential outcomes of programme</a:t>
            </a:r>
          </a:p>
          <a:p>
            <a:pPr marL="1095375" lvl="2" indent="-180975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Ingest of social media for </a:t>
            </a:r>
            <a:r>
              <a:rPr lang="en-GB" sz="1400" dirty="0" err="1">
                <a:latin typeface="Lucida Sans Unicode" pitchFamily="34" charset="0"/>
                <a:cs typeface="Lucida Sans Unicode" pitchFamily="34" charset="0"/>
              </a:rPr>
              <a:t>playout</a:t>
            </a: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  <a:p>
            <a:pPr marL="1552575" lvl="3" indent="-180975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Requirement for information and metadata</a:t>
            </a:r>
          </a:p>
          <a:p>
            <a:pPr marL="1095375" lvl="2" indent="-180975"/>
            <a:r>
              <a:rPr lang="en-GB" sz="1400">
                <a:latin typeface="Lucida Sans Unicode" pitchFamily="34" charset="0"/>
                <a:cs typeface="Lucida Sans Unicode" pitchFamily="34" charset="0"/>
              </a:rPr>
              <a:t>		... 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to describe all constituent actors and objects in the programme</a:t>
            </a:r>
          </a:p>
          <a:p>
            <a:pPr marL="1095375" lvl="2" indent="-180975"/>
            <a:r>
              <a:rPr lang="en-GB" sz="1400">
                <a:latin typeface="Lucida Sans Unicode" pitchFamily="34" charset="0"/>
                <a:cs typeface="Lucida Sans Unicode" pitchFamily="34" charset="0"/>
              </a:rPr>
              <a:t>		... 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their position and movement</a:t>
            </a:r>
          </a:p>
          <a:p>
            <a:pPr marL="1095375" lvl="2" indent="-180975"/>
            <a:r>
              <a:rPr lang="en-GB" sz="1400">
                <a:latin typeface="Lucida Sans Unicode" pitchFamily="34" charset="0"/>
                <a:cs typeface="Lucida Sans Unicode" pitchFamily="34" charset="0"/>
              </a:rPr>
              <a:t>		... 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their relevance to the end user</a:t>
            </a:r>
          </a:p>
          <a:p>
            <a:pPr marL="1095375" lvl="2" indent="-180975"/>
            <a:r>
              <a:rPr lang="en-GB" sz="1400">
                <a:latin typeface="Lucida Sans Unicode" pitchFamily="34" charset="0"/>
                <a:cs typeface="Lucida Sans Unicode" pitchFamily="34" charset="0"/>
              </a:rPr>
              <a:t>		... </a:t>
            </a:r>
            <a:r>
              <a:rPr lang="en-GB" sz="1400" dirty="0">
                <a:latin typeface="Lucida Sans Unicode" pitchFamily="34" charset="0"/>
                <a:cs typeface="Lucida Sans Unicode" pitchFamily="34" charset="0"/>
              </a:rPr>
              <a:t>integration of content with other events and media</a:t>
            </a:r>
          </a:p>
          <a:p>
            <a:pPr marL="1095375" lvl="2" indent="-180975"/>
            <a:r>
              <a:rPr lang="en-GB" sz="1400" i="1">
                <a:latin typeface="Lucida Sans Unicode" pitchFamily="34" charset="0"/>
                <a:cs typeface="Lucida Sans Unicode" pitchFamily="34" charset="0"/>
              </a:rPr>
              <a:t>		... </a:t>
            </a:r>
            <a:r>
              <a:rPr lang="en-GB" sz="1400" i="1" dirty="0">
                <a:latin typeface="Lucida Sans Unicode" pitchFamily="34" charset="0"/>
                <a:cs typeface="Lucida Sans Unicode" pitchFamily="34" charset="0"/>
              </a:rPr>
              <a:t>Advertising and placement integrated in to </a:t>
            </a:r>
            <a:r>
              <a:rPr lang="en-GB" sz="1400" i="1">
                <a:latin typeface="Lucida Sans Unicode" pitchFamily="34" charset="0"/>
                <a:cs typeface="Lucida Sans Unicode" pitchFamily="34" charset="0"/>
              </a:rPr>
              <a:t>the content</a:t>
            </a:r>
          </a:p>
          <a:p>
            <a:pPr marL="1095375" lvl="2" indent="-180975"/>
            <a:r>
              <a:rPr lang="en-GB" sz="1400" i="1">
                <a:latin typeface="Lucida Sans Unicode" pitchFamily="34" charset="0"/>
                <a:cs typeface="Lucida Sans Unicode" pitchFamily="34" charset="0"/>
              </a:rPr>
              <a:t>		... 360º video</a:t>
            </a:r>
          </a:p>
          <a:p>
            <a:pPr marL="1095375" lvl="2" indent="-180975"/>
            <a:r>
              <a:rPr lang="en-GB" sz="1400" i="1">
                <a:latin typeface="Lucida Sans Unicode" pitchFamily="34" charset="0"/>
                <a:cs typeface="Lucida Sans Unicode" pitchFamily="34" charset="0"/>
              </a:rPr>
              <a:t>		... VR / TV</a:t>
            </a:r>
          </a:p>
          <a:p>
            <a:pPr marL="1095375" lvl="2" indent="-180975"/>
            <a:r>
              <a:rPr lang="en-GB" sz="1400" i="1">
                <a:latin typeface="Lucida Sans Unicode" pitchFamily="34" charset="0"/>
                <a:cs typeface="Lucida Sans Unicode" pitchFamily="34" charset="0"/>
              </a:rPr>
              <a:t>		... assisted TV, accessibility</a:t>
            </a: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303875"/>
            <a:ext cx="745909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6600" b="1" dirty="0"/>
              <a:t>Contribution and </a:t>
            </a:r>
          </a:p>
          <a:p>
            <a:r>
              <a:rPr lang="en-GB" sz="6600" b="1" dirty="0"/>
              <a:t>Distribution</a:t>
            </a:r>
          </a:p>
        </p:txBody>
      </p:sp>
    </p:spTree>
    <p:extLst>
      <p:ext uri="{BB962C8B-B14F-4D97-AF65-F5344CB8AC3E}">
        <p14:creationId xmlns:p14="http://schemas.microsoft.com/office/powerpoint/2010/main" val="149681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broadcastengineering.com/site-files/broadcastengineering.com/files/archive/broadcastengineering.com/images/202bew07_fig1-w7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6615" y="953725"/>
            <a:ext cx="7034577" cy="5235736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85762" y="323850"/>
            <a:ext cx="5716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Contribution and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6174305"/>
            <a:ext cx="4572000" cy="200055"/>
          </a:xfrm>
          <a:prstGeom prst="rect">
            <a:avLst/>
          </a:prstGeom>
          <a:solidFill>
            <a:srgbClr val="CCCCFF"/>
          </a:solidFill>
        </p:spPr>
        <p:txBody>
          <a:bodyPr>
            <a:spAutoFit/>
          </a:bodyPr>
          <a:lstStyle/>
          <a:p>
            <a:r>
              <a:rPr lang="en-GB" sz="700" dirty="0">
                <a:hlinkClick r:id="rId2"/>
              </a:rPr>
              <a:t>http://www.cisco.com/c/en/us/solutions/service-provider/distribution/index.html#</a:t>
            </a:r>
            <a:r>
              <a:rPr lang="en-GB" sz="700" dirty="0"/>
              <a:t>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5763" y="908720"/>
            <a:ext cx="8497839" cy="4725525"/>
            <a:chOff x="385763" y="908720"/>
            <a:chExt cx="8497839" cy="4725525"/>
          </a:xfrm>
        </p:grpSpPr>
        <p:pic>
          <p:nvPicPr>
            <p:cNvPr id="19460" name="Picture 4" descr="http://www.cisco.com/assets/sol/sp/msb/contrib/figure_01_msb_contribution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5763" y="908720"/>
              <a:ext cx="8484733" cy="4725525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385763" y="953725"/>
              <a:ext cx="8497839" cy="3872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GB" sz="1200" dirty="0">
                  <a:latin typeface="Lucida Sans Unicode" pitchFamily="34" charset="0"/>
                  <a:cs typeface="Lucida Sans Unicode" pitchFamily="34" charset="0"/>
                </a:rPr>
                <a:t>Production             Contribution                                                        Distribution                            Consumption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385762" y="323850"/>
            <a:ext cx="5716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Contribution and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5763" y="953725"/>
            <a:ext cx="8317172" cy="4252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b="1"/>
              <a:t>Contribution (distinct from Distribution) - Transport </a:t>
            </a:r>
            <a:r>
              <a:rPr lang="en-US" sz="1600" b="1" dirty="0"/>
              <a:t>of media content </a:t>
            </a:r>
          </a:p>
          <a:p>
            <a:pPr marL="180975" indent="-180975">
              <a:lnSpc>
                <a:spcPts val="2200"/>
              </a:lnSpc>
            </a:pPr>
            <a:r>
              <a:rPr lang="en-US" sz="1600"/>
              <a:t>	- video</a:t>
            </a:r>
            <a:r>
              <a:rPr lang="en-US" sz="1600" dirty="0"/>
              <a:t>, audio, metadata, and </a:t>
            </a:r>
            <a:r>
              <a:rPr lang="en-US" sz="1600"/>
              <a:t>ancillary data - between </a:t>
            </a:r>
            <a:r>
              <a:rPr lang="en-US" sz="1600" dirty="0"/>
              <a:t>professional users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US" sz="1600" dirty="0"/>
              <a:t>ingest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US" sz="1600" dirty="0"/>
              <a:t>capture and production activities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</a:pPr>
            <a:endParaRPr lang="en-US" sz="1600" dirty="0"/>
          </a:p>
          <a:p>
            <a:pPr>
              <a:lnSpc>
                <a:spcPts val="2200"/>
              </a:lnSpc>
            </a:pPr>
            <a:r>
              <a:rPr lang="en-US" sz="1600" b="1"/>
              <a:t>Key </a:t>
            </a:r>
            <a:r>
              <a:rPr lang="en-US" sz="1600" b="1" dirty="0"/>
              <a:t>aspects for contribution </a:t>
            </a:r>
          </a:p>
          <a:p>
            <a:pPr marL="182563" indent="-182563">
              <a:lnSpc>
                <a:spcPts val="2200"/>
              </a:lnSpc>
              <a:buFont typeface="Arial" pitchFamily="34" charset="0"/>
              <a:buChar char="•"/>
            </a:pPr>
            <a:r>
              <a:rPr lang="en-US" sz="1600" dirty="0"/>
              <a:t>Picture quality</a:t>
            </a:r>
          </a:p>
          <a:p>
            <a:pPr marL="182563" indent="-182563">
              <a:lnSpc>
                <a:spcPts val="2200"/>
              </a:lnSpc>
              <a:buFont typeface="Arial" pitchFamily="34" charset="0"/>
              <a:buChar char="•"/>
            </a:pPr>
            <a:r>
              <a:rPr lang="en-US" sz="1600" dirty="0"/>
              <a:t>Latency</a:t>
            </a:r>
          </a:p>
          <a:p>
            <a:pPr marL="639763" lvl="1" indent="-182563">
              <a:lnSpc>
                <a:spcPts val="2200"/>
              </a:lnSpc>
              <a:buFont typeface="Arial" pitchFamily="34" charset="0"/>
              <a:buChar char="•"/>
            </a:pPr>
            <a:r>
              <a:rPr lang="en-US" sz="1600" dirty="0"/>
              <a:t>prime importance for contribution</a:t>
            </a:r>
          </a:p>
          <a:p>
            <a:pPr marL="639763" lvl="1" indent="-182563">
              <a:lnSpc>
                <a:spcPts val="2200"/>
              </a:lnSpc>
              <a:buFont typeface="Arial" pitchFamily="34" charset="0"/>
              <a:buChar char="•"/>
            </a:pPr>
            <a:r>
              <a:rPr lang="en-US" sz="1600" dirty="0"/>
              <a:t>end to end delay - encoding and decoding process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US" sz="1600" dirty="0"/>
              <a:t>less important for distribution</a:t>
            </a:r>
          </a:p>
          <a:p>
            <a:pPr marL="1095375" lvl="2" indent="-180975">
              <a:lnSpc>
                <a:spcPts val="2200"/>
              </a:lnSpc>
              <a:buFont typeface="Arial" pitchFamily="34" charset="0"/>
              <a:buChar char="•"/>
            </a:pPr>
            <a:r>
              <a:rPr lang="en-US" sz="1600" dirty="0"/>
              <a:t>distribution emphasis: maximizing picture within the available </a:t>
            </a:r>
            <a:r>
              <a:rPr lang="en-US" sz="1600"/>
              <a:t>bit rate</a:t>
            </a:r>
          </a:p>
          <a:p>
            <a:pPr marL="1095375" lvl="2" indent="-180975">
              <a:lnSpc>
                <a:spcPts val="2200"/>
              </a:lnSpc>
            </a:pPr>
            <a:endParaRPr lang="en-US" sz="1600" dirty="0"/>
          </a:p>
          <a:p>
            <a:pPr marL="180975" indent="-180975">
              <a:buFont typeface="Arial" pitchFamily="34" charset="0"/>
              <a:buChar char="•"/>
            </a:pPr>
            <a:r>
              <a:rPr lang="en-US" sz="1600"/>
              <a:t>Synchronisation →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600"/>
              <a:t>Encryption →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0" y="6065046"/>
            <a:ext cx="3710763" cy="400110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1000" dirty="0">
                <a:hlinkClick r:id="rId2"/>
              </a:rPr>
              <a:t>http://cable.doit.wisc.edu/SMPTE/01-Compression%20for%20IPTV/Trow.TP.01-14-2008.pdf</a:t>
            </a:r>
            <a:endParaRPr lang="en-GB" sz="1000" dirty="0"/>
          </a:p>
        </p:txBody>
      </p:sp>
      <p:sp>
        <p:nvSpPr>
          <p:cNvPr id="6" name="Rectangle 5"/>
          <p:cNvSpPr/>
          <p:nvPr/>
        </p:nvSpPr>
        <p:spPr>
          <a:xfrm>
            <a:off x="385763" y="323850"/>
            <a:ext cx="5716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Contribution and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6092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607" y="998730"/>
            <a:ext cx="8121391" cy="5057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US" sz="1600" b="1"/>
              <a:t>Synchronisation </a:t>
            </a:r>
            <a:endParaRPr lang="en-US" sz="1600" b="1" dirty="0"/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  <a:tabLst>
                <a:tab pos="534988" algn="l"/>
                <a:tab pos="896938" algn="l"/>
              </a:tabLst>
            </a:pPr>
            <a:r>
              <a:rPr lang="en-US" sz="1600" dirty="0"/>
              <a:t>close audio / video sync needed in production environment</a:t>
            </a:r>
          </a:p>
          <a:p>
            <a:pPr marL="638175" lvl="1" indent="-180975">
              <a:lnSpc>
                <a:spcPts val="2300"/>
              </a:lnSpc>
              <a:buFont typeface="Arial" pitchFamily="34" charset="0"/>
              <a:buChar char="•"/>
              <a:tabLst>
                <a:tab pos="534988" algn="l"/>
                <a:tab pos="896938" algn="l"/>
              </a:tabLst>
            </a:pPr>
            <a:r>
              <a:rPr lang="en-US" sz="1600" dirty="0"/>
              <a:t>tolerances - </a:t>
            </a:r>
          </a:p>
          <a:p>
            <a:pPr marL="1095375" lvl="2" indent="-180975">
              <a:lnSpc>
                <a:spcPts val="2300"/>
              </a:lnSpc>
              <a:buFont typeface="Arial" pitchFamily="34" charset="0"/>
              <a:buChar char="•"/>
              <a:tabLst>
                <a:tab pos="534988" algn="l"/>
                <a:tab pos="896938" algn="l"/>
              </a:tabLst>
            </a:pPr>
            <a:r>
              <a:rPr lang="en-US" sz="1600" dirty="0"/>
              <a:t>-5 to +</a:t>
            </a:r>
            <a:r>
              <a:rPr lang="en-US" sz="1600"/>
              <a:t>15ms = </a:t>
            </a:r>
            <a:r>
              <a:rPr lang="en-US" sz="1600" i="1"/>
              <a:t>“lip-sync”</a:t>
            </a:r>
          </a:p>
          <a:p>
            <a:pPr marL="1095375" lvl="2" indent="-180975">
              <a:lnSpc>
                <a:spcPts val="2300"/>
              </a:lnSpc>
              <a:buFont typeface="Arial" pitchFamily="34" charset="0"/>
              <a:buChar char="•"/>
              <a:tabLst>
                <a:tab pos="534988" algn="l"/>
                <a:tab pos="896938" algn="l"/>
              </a:tabLst>
            </a:pPr>
            <a:r>
              <a:rPr lang="en-US" sz="1600"/>
              <a:t>relaxed in contribution applications ~ -</a:t>
            </a:r>
            <a:r>
              <a:rPr lang="en-US" sz="1600" dirty="0"/>
              <a:t>5 to +30ms)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  <a:tabLst>
                <a:tab pos="534988" algn="l"/>
                <a:tab pos="896938" algn="l"/>
              </a:tabLst>
            </a:pPr>
            <a:endParaRPr lang="en-US" sz="1600" dirty="0"/>
          </a:p>
          <a:p>
            <a:pPr>
              <a:lnSpc>
                <a:spcPts val="2300"/>
              </a:lnSpc>
              <a:tabLst>
                <a:tab pos="534988" algn="l"/>
                <a:tab pos="896938" algn="l"/>
              </a:tabLst>
            </a:pPr>
            <a:r>
              <a:rPr lang="en-US" sz="1600" b="1" dirty="0"/>
              <a:t>	</a:t>
            </a:r>
            <a:r>
              <a:rPr lang="en-US" sz="1600" b="1" i="1" dirty="0"/>
              <a:t>c.f. </a:t>
            </a:r>
            <a:r>
              <a:rPr lang="en-US" sz="1600" b="1" u="sng"/>
              <a:t>Distribution</a:t>
            </a:r>
            <a:r>
              <a:rPr lang="en-US" sz="1600" b="1"/>
              <a:t> applications</a:t>
            </a:r>
            <a:r>
              <a:rPr lang="en-US" sz="1200"/>
              <a:t>	</a:t>
            </a:r>
          </a:p>
          <a:p>
            <a:pPr marL="1095375" lvl="2" indent="-180975">
              <a:lnSpc>
                <a:spcPts val="2300"/>
              </a:lnSpc>
              <a:buFont typeface="Arial" pitchFamily="34" charset="0"/>
              <a:buChar char="•"/>
              <a:tabLst>
                <a:tab pos="534988" algn="l"/>
                <a:tab pos="896938" algn="l"/>
              </a:tabLst>
            </a:pPr>
            <a:r>
              <a:rPr lang="en-US" sz="1600"/>
              <a:t>tolerances significantly relaxed </a:t>
            </a:r>
          </a:p>
          <a:p>
            <a:pPr marL="1095375" lvl="2" indent="-180975">
              <a:lnSpc>
                <a:spcPts val="2300"/>
              </a:lnSpc>
              <a:buFont typeface="Arial" pitchFamily="34" charset="0"/>
              <a:buChar char="•"/>
              <a:tabLst>
                <a:tab pos="534988" algn="l"/>
                <a:tab pos="896938" algn="l"/>
              </a:tabLst>
            </a:pPr>
            <a:r>
              <a:rPr lang="en-US" sz="1600"/>
              <a:t>lip-sync acceptable  -</a:t>
            </a:r>
            <a:r>
              <a:rPr lang="en-US" sz="1600" dirty="0"/>
              <a:t>40 to +60ms limits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endParaRPr lang="en-US" sz="1600" dirty="0"/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endParaRPr lang="en-US" sz="1600" dirty="0"/>
          </a:p>
          <a:p>
            <a:pPr>
              <a:lnSpc>
                <a:spcPts val="2300"/>
              </a:lnSpc>
            </a:pPr>
            <a:r>
              <a:rPr lang="en-US" sz="1600" b="1" dirty="0"/>
              <a:t>Encryption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/>
              <a:t>contribution </a:t>
            </a:r>
          </a:p>
          <a:p>
            <a:pPr marL="638175" lvl="1" indent="-180975">
              <a:lnSpc>
                <a:spcPts val="2300"/>
              </a:lnSpc>
            </a:pPr>
            <a:r>
              <a:rPr lang="en-US" sz="1600"/>
              <a:t>- </a:t>
            </a:r>
            <a:r>
              <a:rPr lang="en-US" sz="1600" dirty="0"/>
              <a:t>limited number of encryption standards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US" sz="1600"/>
              <a:t>distribution  </a:t>
            </a:r>
          </a:p>
          <a:p>
            <a:pPr marL="638175" lvl="1" indent="-180975">
              <a:lnSpc>
                <a:spcPts val="2300"/>
              </a:lnSpc>
            </a:pPr>
            <a:r>
              <a:rPr lang="en-US" sz="1600"/>
              <a:t>- </a:t>
            </a:r>
            <a:r>
              <a:rPr lang="en-US" sz="1600" dirty="0"/>
              <a:t>wide array of encryption and entitlement schemes being commonly </a:t>
            </a:r>
            <a:r>
              <a:rPr lang="en-US" sz="1600"/>
              <a:t>used </a:t>
            </a:r>
            <a:endParaRPr lang="en-US" sz="1600" i="1" u="sng"/>
          </a:p>
          <a:p>
            <a:pPr marL="180975" indent="-180975">
              <a:buFont typeface="Arial" pitchFamily="34" charset="0"/>
              <a:buChar char="•"/>
            </a:pP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A63E1C-417F-4CEF-B3C5-4C58FA4F7B6D}"/>
              </a:ext>
            </a:extLst>
          </p:cNvPr>
          <p:cNvSpPr/>
          <p:nvPr/>
        </p:nvSpPr>
        <p:spPr>
          <a:xfrm>
            <a:off x="395288" y="331788"/>
            <a:ext cx="3231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Contribution Quality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21560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5763" y="863715"/>
            <a:ext cx="8291512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According to </a:t>
            </a:r>
            <a:r>
              <a:rPr lang="en-US" sz="1600" b="1"/>
              <a:t>DVB Commercial </a:t>
            </a:r>
            <a:r>
              <a:rPr lang="en-US" sz="1600" b="1" dirty="0"/>
              <a:t>Module:</a:t>
            </a:r>
            <a:r>
              <a:rPr lang="en-US" sz="1600" dirty="0"/>
              <a:t>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US" sz="1600" dirty="0"/>
              <a:t>Quantified as equivalent to uncompressed or very mildly compressed source material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600" dirty="0"/>
              <a:t>assumed that the material is full frame rate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600" dirty="0"/>
              <a:t>usually 4:2:2 </a:t>
            </a:r>
            <a:r>
              <a:rPr lang="en-US" sz="1600" dirty="0" err="1"/>
              <a:t>chroma-subsampling</a:t>
            </a:r>
            <a:r>
              <a:rPr lang="en-US" sz="1600" dirty="0"/>
              <a:t> sampling</a:t>
            </a:r>
          </a:p>
          <a:p>
            <a:endParaRPr lang="en-US" dirty="0"/>
          </a:p>
          <a:p>
            <a:r>
              <a:rPr lang="en-US" sz="1400" dirty="0"/>
              <a:t>Compare to: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US" sz="1400" dirty="0"/>
              <a:t>Broadcast Quality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equivalent to Satellite, Terrestrial and Cable broadcast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full frame rate but at a quality not assumed appropriate for contribution applications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US" sz="1400" dirty="0"/>
              <a:t>Good Quality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commercially acceptable quality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not considered acceptable for contribution except as a last resort 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or for fast response news applications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not necessarily full frame rate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US" sz="1400" dirty="0"/>
              <a:t>Acceptable Quality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commercially acceptable for low data </a:t>
            </a:r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rate applications</a:t>
            </a:r>
          </a:p>
          <a:p>
            <a:pPr marL="180975" indent="-180975">
              <a:buFont typeface="Arial" pitchFamily="34" charset="0"/>
              <a:buChar char="•"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US" sz="1400" dirty="0"/>
              <a:t>Mobile Phone Quality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equivalent to CIF and QCIF resolutions (phones, 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etc)</a:t>
            </a:r>
          </a:p>
          <a:p>
            <a:pPr marL="638175" lvl="1" indent="-180975">
              <a:buFont typeface="Arial" pitchFamily="34" charset="0"/>
              <a:buChar char="•"/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(but more HD phones now)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288" y="331788"/>
            <a:ext cx="32319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Contribution Quality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6822250" y="5634245"/>
            <a:ext cx="2321750" cy="769441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1100" b="1" dirty="0"/>
              <a:t>CIF</a:t>
            </a:r>
            <a:r>
              <a:rPr lang="en-GB" sz="1100" dirty="0"/>
              <a:t> - Common Intermediate Format - resolution of 352 × 288</a:t>
            </a:r>
          </a:p>
          <a:p>
            <a:r>
              <a:rPr lang="en-GB" sz="1100" b="1" dirty="0"/>
              <a:t>QCIF</a:t>
            </a:r>
            <a:r>
              <a:rPr lang="en-GB" sz="1100" dirty="0"/>
              <a:t> - Quarter CIF</a:t>
            </a:r>
          </a:p>
        </p:txBody>
      </p:sp>
    </p:spTree>
    <p:extLst>
      <p:ext uri="{BB962C8B-B14F-4D97-AF65-F5344CB8AC3E}">
        <p14:creationId xmlns:p14="http://schemas.microsoft.com/office/powerpoint/2010/main" val="1033450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ight Arrow 90"/>
          <p:cNvSpPr/>
          <p:nvPr/>
        </p:nvSpPr>
        <p:spPr>
          <a:xfrm rot="18925465">
            <a:off x="7390450" y="934785"/>
            <a:ext cx="720080" cy="324036"/>
          </a:xfrm>
          <a:prstGeom prst="rightArrow">
            <a:avLst>
              <a:gd name="adj1" fmla="val 50000"/>
              <a:gd name="adj2" fmla="val 101063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2" name="Right Arrow 91"/>
          <p:cNvSpPr/>
          <p:nvPr/>
        </p:nvSpPr>
        <p:spPr>
          <a:xfrm rot="18925465">
            <a:off x="7786494" y="934786"/>
            <a:ext cx="720080" cy="324036"/>
          </a:xfrm>
          <a:prstGeom prst="rightArrow">
            <a:avLst>
              <a:gd name="adj1" fmla="val 50000"/>
              <a:gd name="adj2" fmla="val 101063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316" y="5625245"/>
            <a:ext cx="1504950" cy="414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01670" y="3168871"/>
            <a:ext cx="1080120" cy="743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ACQUISITION</a:t>
            </a: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61811" y="3168871"/>
            <a:ext cx="702078" cy="7532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LOGGING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06915" y="3168871"/>
            <a:ext cx="585065" cy="7532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INGEST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3168871"/>
            <a:ext cx="630070" cy="753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MEDIA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STORE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7115" y="3168871"/>
            <a:ext cx="810090" cy="762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DELIVERY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19972" y="1206653"/>
            <a:ext cx="1152128" cy="5732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PRODUCTION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7115" y="2178761"/>
            <a:ext cx="900100" cy="762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SCHEDULE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CREATION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56765" y="5589240"/>
            <a:ext cx="3530567" cy="5400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200" b="1" dirty="0">
                <a:latin typeface="Lucida Sans Unicode" pitchFamily="34" charset="0"/>
                <a:cs typeface="Lucida Sans Unicode" pitchFamily="34" charset="0"/>
              </a:rPr>
              <a:t>ARCHIVE</a:t>
            </a:r>
            <a:endParaRPr lang="en-GB" sz="105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96236" y="2384884"/>
            <a:ext cx="1125125" cy="15760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AUTOMATION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&amp; PLAYOUT</a:t>
            </a:r>
          </a:p>
          <a:p>
            <a:pPr algn="ctr"/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EPG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CREATION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35307" y="1340768"/>
            <a:ext cx="1017114" cy="7626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CODING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&amp;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MULTIPLEX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7380312" y="5049180"/>
            <a:ext cx="1503167" cy="953206"/>
            <a:chOff x="7362310" y="4689140"/>
            <a:chExt cx="1575175" cy="953206"/>
          </a:xfrm>
        </p:grpSpPr>
        <p:pic>
          <p:nvPicPr>
            <p:cNvPr id="12" name="Picture 40" descr="http://www.clker.com/cliparts/0/P/X/P/D/E/cloud-hi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62310" y="4689140"/>
              <a:ext cx="1575175" cy="953206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7632340" y="5049180"/>
              <a:ext cx="1035115" cy="36004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>
                <a:lnSpc>
                  <a:spcPts val="2300"/>
                </a:lnSpc>
              </a:pPr>
              <a:r>
                <a:rPr lang="en-GB" sz="1400" b="1" dirty="0">
                  <a:latin typeface="Lucida Sans Unicode" pitchFamily="34" charset="0"/>
                  <a:cs typeface="Lucida Sans Unicode" pitchFamily="34" charset="0"/>
                </a:rPr>
                <a:t>INTERNET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516216" y="4185084"/>
            <a:ext cx="729078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Streaming</a:t>
            </a:r>
          </a:p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Encoding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216" y="4860159"/>
            <a:ext cx="729078" cy="573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 err="1">
                <a:latin typeface="Lucida Sans Unicode" pitchFamily="34" charset="0"/>
                <a:cs typeface="Lucida Sans Unicode" pitchFamily="34" charset="0"/>
              </a:rPr>
              <a:t>iPlayer</a:t>
            </a: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Website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6216" y="5535234"/>
            <a:ext cx="729078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CDN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60332" y="4221088"/>
            <a:ext cx="990110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Live Feeds</a:t>
            </a:r>
          </a:p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Studios</a:t>
            </a:r>
          </a:p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OBs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3700" y="963626"/>
            <a:ext cx="990110" cy="6632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Low end /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Domestic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 /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DSLRs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3700" y="1773716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News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3700" y="2358781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Hi-End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3700" y="2943845"/>
            <a:ext cx="990110" cy="675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Digital 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Cinema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Cameras +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Recorders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3700" y="3753936"/>
            <a:ext cx="990110" cy="5850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Multi-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Camera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Studio / OB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3700" y="4474017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Other 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Material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3700" y="5059081"/>
            <a:ext cx="990110" cy="45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Input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79812" y="2430789"/>
            <a:ext cx="684076" cy="45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Input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27984" y="4302997"/>
            <a:ext cx="1170130" cy="5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Data Store</a:t>
            </a:r>
          </a:p>
          <a:p>
            <a:pPr algn="ctr"/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Database</a:t>
            </a:r>
            <a:endParaRPr lang="en-GB" sz="105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95836" y="95462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Edit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95836" y="131466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Grading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95836" y="167470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Graphics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77145" y="1098641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Effects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77145" y="1458681"/>
            <a:ext cx="855095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Audio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Dubbing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376645" y="3393896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6" idx="3"/>
            <a:endCxn id="2" idx="2"/>
          </p:cNvCxnSpPr>
          <p:nvPr/>
        </p:nvCxnSpPr>
        <p:spPr>
          <a:xfrm flipV="1">
            <a:off x="1383810" y="3912834"/>
            <a:ext cx="757920" cy="137127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367644" y="3906953"/>
            <a:ext cx="538224" cy="9001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376645" y="2538801"/>
            <a:ext cx="270030" cy="63007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376645" y="1953736"/>
            <a:ext cx="540060" cy="121513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" idx="0"/>
          </p:cNvCxnSpPr>
          <p:nvPr/>
        </p:nvCxnSpPr>
        <p:spPr>
          <a:xfrm>
            <a:off x="1376645" y="1278661"/>
            <a:ext cx="765085" cy="189021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1376645" y="1503686"/>
            <a:ext cx="720080" cy="171019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1376645" y="2133756"/>
            <a:ext cx="450050" cy="103511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1376645" y="2718821"/>
            <a:ext cx="225025" cy="49505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1331640" y="3483906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1331640" y="3906953"/>
            <a:ext cx="729081" cy="1278141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1367644" y="3870950"/>
            <a:ext cx="441049" cy="720079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24" idx="3"/>
          </p:cNvCxnSpPr>
          <p:nvPr/>
        </p:nvCxnSpPr>
        <p:spPr>
          <a:xfrm flipV="1">
            <a:off x="1383810" y="3762938"/>
            <a:ext cx="208859" cy="283531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2663788" y="3438901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2645786" y="3528911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6444208" y="3474905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399203" y="3564915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4355976" y="3510909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184068" y="3510909"/>
            <a:ext cx="405045" cy="466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7" idx="2"/>
            <a:endCxn id="3" idx="0"/>
          </p:cNvCxnSpPr>
          <p:nvPr/>
        </p:nvCxnSpPr>
        <p:spPr>
          <a:xfrm flipH="1">
            <a:off x="3212850" y="2880839"/>
            <a:ext cx="9000" cy="28803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3572889" y="3474905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3545886" y="3564915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447764" y="3906953"/>
            <a:ext cx="504056" cy="168228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2555776" y="3906953"/>
            <a:ext cx="521379" cy="1651009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4067944" y="3906953"/>
            <a:ext cx="36004" cy="1718291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3959932" y="3933056"/>
            <a:ext cx="36004" cy="165618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93700" y="329648"/>
            <a:ext cx="8060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Broadcast and Production Workflow (BBC Schematic) </a:t>
            </a:r>
            <a:endParaRPr lang="en-GB" sz="2400" dirty="0"/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4247964" y="3897052"/>
            <a:ext cx="396044" cy="4320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V="1">
            <a:off x="5508104" y="3897052"/>
            <a:ext cx="216024" cy="4320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5400092" y="2564904"/>
            <a:ext cx="0" cy="172819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5292080" y="1772816"/>
            <a:ext cx="0" cy="252028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endCxn id="8" idx="1"/>
          </p:cNvCxnSpPr>
          <p:nvPr/>
        </p:nvCxnSpPr>
        <p:spPr>
          <a:xfrm flipV="1">
            <a:off x="5400092" y="2560073"/>
            <a:ext cx="207023" cy="483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7" idx="2"/>
            <a:endCxn id="5" idx="0"/>
          </p:cNvCxnSpPr>
          <p:nvPr/>
        </p:nvCxnSpPr>
        <p:spPr>
          <a:xfrm flipH="1">
            <a:off x="4887035" y="1779927"/>
            <a:ext cx="9001" cy="138894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6480212" y="2564904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V="1">
            <a:off x="7488324" y="2096852"/>
            <a:ext cx="0" cy="28803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560332" y="2096852"/>
            <a:ext cx="0" cy="288032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7740352" y="3969060"/>
            <a:ext cx="0" cy="252028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4" idx="3"/>
          </p:cNvCxnSpPr>
          <p:nvPr/>
        </p:nvCxnSpPr>
        <p:spPr>
          <a:xfrm flipH="1">
            <a:off x="7245294" y="4471721"/>
            <a:ext cx="297035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04148" y="3933056"/>
            <a:ext cx="0" cy="1656184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5796136" y="3933056"/>
            <a:ext cx="0" cy="165618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6120172" y="5877272"/>
            <a:ext cx="396044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>
            <a:off x="6120172" y="3933056"/>
            <a:ext cx="0" cy="1944216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endCxn id="17" idx="1"/>
          </p:cNvCxnSpPr>
          <p:nvPr/>
        </p:nvCxnSpPr>
        <p:spPr>
          <a:xfrm flipV="1">
            <a:off x="6228184" y="5146796"/>
            <a:ext cx="288032" cy="1039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/>
          <p:cNvCxnSpPr/>
          <p:nvPr/>
        </p:nvCxnSpPr>
        <p:spPr>
          <a:xfrm>
            <a:off x="6228184" y="3933056"/>
            <a:ext cx="0" cy="122413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>
            <a:off x="7209296" y="4653136"/>
            <a:ext cx="675072" cy="648072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8" idx="3"/>
          </p:cNvCxnSpPr>
          <p:nvPr/>
        </p:nvCxnSpPr>
        <p:spPr>
          <a:xfrm flipV="1">
            <a:off x="7245294" y="5733256"/>
            <a:ext cx="279034" cy="8861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>
            <a:stCxn id="17" idx="3"/>
          </p:cNvCxnSpPr>
          <p:nvPr/>
        </p:nvCxnSpPr>
        <p:spPr>
          <a:xfrm>
            <a:off x="7245294" y="5146796"/>
            <a:ext cx="387046" cy="29842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>
            <a:stCxn id="33" idx="3"/>
          </p:cNvCxnSpPr>
          <p:nvPr/>
        </p:nvCxnSpPr>
        <p:spPr>
          <a:xfrm flipV="1">
            <a:off x="3950931" y="1628800"/>
            <a:ext cx="369041" cy="18092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>
            <a:stCxn id="32" idx="3"/>
          </p:cNvCxnSpPr>
          <p:nvPr/>
        </p:nvCxnSpPr>
        <p:spPr>
          <a:xfrm>
            <a:off x="3950931" y="1449680"/>
            <a:ext cx="378042" cy="71108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>
            <a:stCxn id="31" idx="3"/>
          </p:cNvCxnSpPr>
          <p:nvPr/>
        </p:nvCxnSpPr>
        <p:spPr>
          <a:xfrm>
            <a:off x="3950931" y="1089640"/>
            <a:ext cx="387043" cy="286232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 flipV="1">
            <a:off x="5436096" y="1266960"/>
            <a:ext cx="459051" cy="73808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/>
          <p:cNvCxnSpPr/>
          <p:nvPr/>
        </p:nvCxnSpPr>
        <p:spPr>
          <a:xfrm>
            <a:off x="5436096" y="1628800"/>
            <a:ext cx="459051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93700" y="6201308"/>
            <a:ext cx="397880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/>
          <p:cNvSpPr/>
          <p:nvPr/>
        </p:nvSpPr>
        <p:spPr>
          <a:xfrm>
            <a:off x="9046" y="320281"/>
            <a:ext cx="9144000" cy="609348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227" name="Straight Arrow Connector 226"/>
          <p:cNvCxnSpPr/>
          <p:nvPr/>
        </p:nvCxnSpPr>
        <p:spPr>
          <a:xfrm>
            <a:off x="393700" y="5913276"/>
            <a:ext cx="39788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>
            <a:off x="393700" y="6057292"/>
            <a:ext cx="39788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791580" y="5805264"/>
            <a:ext cx="914400" cy="5400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Media</a:t>
            </a:r>
          </a:p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Metadata</a:t>
            </a:r>
          </a:p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Both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20" y="800708"/>
            <a:ext cx="1188132" cy="360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ts val="2300"/>
              </a:lnSpc>
            </a:pP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Transmission</a:t>
            </a:r>
          </a:p>
        </p:txBody>
      </p:sp>
    </p:spTree>
    <p:extLst>
      <p:ext uri="{BB962C8B-B14F-4D97-AF65-F5344CB8AC3E}">
        <p14:creationId xmlns:p14="http://schemas.microsoft.com/office/powerpoint/2010/main" val="4214497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ight Arrow 90"/>
          <p:cNvSpPr/>
          <p:nvPr/>
        </p:nvSpPr>
        <p:spPr>
          <a:xfrm rot="18925465">
            <a:off x="7390450" y="934785"/>
            <a:ext cx="720080" cy="324036"/>
          </a:xfrm>
          <a:prstGeom prst="rightArrow">
            <a:avLst>
              <a:gd name="adj1" fmla="val 50000"/>
              <a:gd name="adj2" fmla="val 101063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2" name="Right Arrow 91"/>
          <p:cNvSpPr/>
          <p:nvPr/>
        </p:nvSpPr>
        <p:spPr>
          <a:xfrm rot="18925465">
            <a:off x="7786494" y="934786"/>
            <a:ext cx="720080" cy="324036"/>
          </a:xfrm>
          <a:prstGeom prst="rightArrow">
            <a:avLst>
              <a:gd name="adj1" fmla="val 50000"/>
              <a:gd name="adj2" fmla="val 101063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316" y="5625245"/>
            <a:ext cx="1504950" cy="414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01670" y="3168871"/>
            <a:ext cx="1080120" cy="743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ACQUISITION</a:t>
            </a: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61811" y="3168871"/>
            <a:ext cx="702078" cy="7532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LOGGING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06915" y="3168871"/>
            <a:ext cx="585065" cy="7532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>
              <a:lnSpc>
                <a:spcPts val="2300"/>
              </a:lnSpc>
            </a:pPr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INGEST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  <a:p>
            <a:pPr algn="ctr">
              <a:lnSpc>
                <a:spcPts val="2300"/>
              </a:lnSpc>
            </a:pPr>
            <a:endParaRPr lang="en-GB" sz="14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3168871"/>
            <a:ext cx="630070" cy="7532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MEDIA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STORE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07115" y="3168871"/>
            <a:ext cx="810090" cy="762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DELIVERY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19972" y="1206653"/>
            <a:ext cx="1152128" cy="5732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PRODUCTION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7115" y="2178761"/>
            <a:ext cx="900100" cy="7626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SCHEDULE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CREATION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56765" y="5589240"/>
            <a:ext cx="3530567" cy="5400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200" b="1" dirty="0">
                <a:latin typeface="Lucida Sans Unicode" pitchFamily="34" charset="0"/>
                <a:cs typeface="Lucida Sans Unicode" pitchFamily="34" charset="0"/>
              </a:rPr>
              <a:t>ARCHIVE</a:t>
            </a:r>
            <a:endParaRPr lang="en-GB" sz="105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96236" y="2384884"/>
            <a:ext cx="1125125" cy="15760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AUTOMATION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&amp; PLAYOUT</a:t>
            </a:r>
          </a:p>
          <a:p>
            <a:pPr algn="ctr"/>
            <a:endParaRPr lang="en-GB" sz="1100" b="1" dirty="0">
              <a:latin typeface="Lucida Sans Unicode" pitchFamily="34" charset="0"/>
              <a:cs typeface="Lucida Sans Unicode" pitchFamily="34" charset="0"/>
            </a:endParaRP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EPG 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CREATION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35307" y="1340768"/>
            <a:ext cx="1017114" cy="7626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CODING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&amp;</a:t>
            </a:r>
          </a:p>
          <a:p>
            <a:pPr algn="ctr"/>
            <a:r>
              <a:rPr lang="en-GB" sz="1100" b="1" dirty="0">
                <a:latin typeface="Lucida Sans Unicode" pitchFamily="34" charset="0"/>
                <a:cs typeface="Lucida Sans Unicode" pitchFamily="34" charset="0"/>
              </a:rPr>
              <a:t>MULTIPLEX</a:t>
            </a:r>
            <a:endParaRPr lang="en-GB" sz="1000" b="1" dirty="0">
              <a:latin typeface="Lucida Sans Unicode" pitchFamily="34" charset="0"/>
              <a:cs typeface="Lucida Sans Unicode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7380312" y="5049180"/>
            <a:ext cx="1503167" cy="953206"/>
            <a:chOff x="7362310" y="4689140"/>
            <a:chExt cx="1575175" cy="953206"/>
          </a:xfrm>
        </p:grpSpPr>
        <p:pic>
          <p:nvPicPr>
            <p:cNvPr id="12" name="Picture 40" descr="http://www.clker.com/cliparts/0/P/X/P/D/E/cloud-hi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62310" y="4689140"/>
              <a:ext cx="1575175" cy="953206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7632340" y="5049180"/>
              <a:ext cx="1035115" cy="36004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>
                <a:lnSpc>
                  <a:spcPts val="2300"/>
                </a:lnSpc>
              </a:pPr>
              <a:r>
                <a:rPr lang="en-GB" sz="1400" b="1" dirty="0">
                  <a:latin typeface="Lucida Sans Unicode" pitchFamily="34" charset="0"/>
                  <a:cs typeface="Lucida Sans Unicode" pitchFamily="34" charset="0"/>
                </a:rPr>
                <a:t>INTERNET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516216" y="4185084"/>
            <a:ext cx="729078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Streaming</a:t>
            </a:r>
          </a:p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Encoding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6216" y="4860159"/>
            <a:ext cx="729078" cy="573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 err="1">
                <a:latin typeface="Lucida Sans Unicode" pitchFamily="34" charset="0"/>
                <a:cs typeface="Lucida Sans Unicode" pitchFamily="34" charset="0"/>
              </a:rPr>
              <a:t>iPlayer</a:t>
            </a: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</a:t>
            </a:r>
          </a:p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Website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6216" y="5535234"/>
            <a:ext cx="729078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CDN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60332" y="4221088"/>
            <a:ext cx="990110" cy="5732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Live Feeds</a:t>
            </a:r>
          </a:p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Studios</a:t>
            </a:r>
          </a:p>
          <a:p>
            <a:pPr>
              <a:buFont typeface="Arial" pitchFamily="34" charset="0"/>
              <a:buChar char="•"/>
            </a:pPr>
            <a:r>
              <a:rPr lang="en-GB" sz="1050" b="1" dirty="0">
                <a:latin typeface="Lucida Sans Unicode" pitchFamily="34" charset="0"/>
                <a:cs typeface="Lucida Sans Unicode" pitchFamily="34" charset="0"/>
              </a:rPr>
              <a:t> OBs</a:t>
            </a:r>
            <a:endParaRPr lang="en-GB" sz="9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3700" y="963626"/>
            <a:ext cx="990110" cy="6632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Low end /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Domestic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 /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DSLRs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3700" y="1773716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News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3700" y="2358781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Hi-End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3700" y="2943845"/>
            <a:ext cx="990110" cy="675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Digital 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Cinema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Cameras +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Recorders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3700" y="3753936"/>
            <a:ext cx="990110" cy="5850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Multi-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Camera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Studio / OB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3700" y="4474017"/>
            <a:ext cx="990110" cy="4500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Other 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Material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3700" y="5059081"/>
            <a:ext cx="990110" cy="45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Input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79812" y="2430789"/>
            <a:ext cx="684076" cy="45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Data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Input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27984" y="4302997"/>
            <a:ext cx="1170130" cy="5732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Data Store</a:t>
            </a:r>
          </a:p>
          <a:p>
            <a:pPr algn="ctr"/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Database</a:t>
            </a:r>
            <a:endParaRPr lang="en-GB" sz="105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95836" y="95462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Edit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95836" y="131466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Grading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95836" y="1674705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Graphics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77145" y="1098641"/>
            <a:ext cx="855095" cy="270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Effects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77145" y="1458681"/>
            <a:ext cx="855095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Audio</a:t>
            </a:r>
          </a:p>
          <a:p>
            <a:pPr algn="ctr"/>
            <a:r>
              <a:rPr lang="en-GB" sz="1050" dirty="0">
                <a:latin typeface="Lucida Sans Unicode" pitchFamily="34" charset="0"/>
                <a:cs typeface="Lucida Sans Unicode" pitchFamily="34" charset="0"/>
              </a:rPr>
              <a:t>Dubbing</a:t>
            </a:r>
            <a:endParaRPr lang="en-GB" sz="9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1376645" y="3393896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6" idx="3"/>
            <a:endCxn id="2" idx="2"/>
          </p:cNvCxnSpPr>
          <p:nvPr/>
        </p:nvCxnSpPr>
        <p:spPr>
          <a:xfrm flipV="1">
            <a:off x="1383810" y="3912834"/>
            <a:ext cx="757920" cy="137127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367644" y="3906953"/>
            <a:ext cx="538224" cy="9001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376645" y="2538801"/>
            <a:ext cx="270030" cy="63007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376645" y="1953736"/>
            <a:ext cx="540060" cy="121513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" idx="0"/>
          </p:cNvCxnSpPr>
          <p:nvPr/>
        </p:nvCxnSpPr>
        <p:spPr>
          <a:xfrm>
            <a:off x="1376645" y="1278661"/>
            <a:ext cx="765085" cy="189021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1376645" y="1503686"/>
            <a:ext cx="720080" cy="171019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1376645" y="2133756"/>
            <a:ext cx="450050" cy="103511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1376645" y="2718821"/>
            <a:ext cx="225025" cy="49505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1331640" y="3483906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1331640" y="3906953"/>
            <a:ext cx="729081" cy="1278141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1367644" y="3870950"/>
            <a:ext cx="441049" cy="720079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24" idx="3"/>
          </p:cNvCxnSpPr>
          <p:nvPr/>
        </p:nvCxnSpPr>
        <p:spPr>
          <a:xfrm flipV="1">
            <a:off x="1383810" y="3762938"/>
            <a:ext cx="208859" cy="283531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2663788" y="3438901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2645786" y="3528911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6444208" y="3474905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399203" y="3564915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4355976" y="3510909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184068" y="3510909"/>
            <a:ext cx="405045" cy="466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27" idx="2"/>
            <a:endCxn id="3" idx="0"/>
          </p:cNvCxnSpPr>
          <p:nvPr/>
        </p:nvCxnSpPr>
        <p:spPr>
          <a:xfrm flipH="1">
            <a:off x="3212850" y="2880839"/>
            <a:ext cx="9000" cy="28803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3572889" y="3474905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3545886" y="3564915"/>
            <a:ext cx="27003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447764" y="3906953"/>
            <a:ext cx="504056" cy="168228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2555776" y="3906953"/>
            <a:ext cx="521379" cy="1651009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4067944" y="3906953"/>
            <a:ext cx="36004" cy="1718291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>
            <a:off x="3959932" y="3933056"/>
            <a:ext cx="36004" cy="165618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93700" y="329648"/>
            <a:ext cx="8060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Broadcast and Production Workflow (BBC Schematic) </a:t>
            </a:r>
            <a:endParaRPr lang="en-GB" sz="2400" dirty="0"/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4247964" y="3897052"/>
            <a:ext cx="396044" cy="4320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flipV="1">
            <a:off x="5508104" y="3897052"/>
            <a:ext cx="216024" cy="4320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5400092" y="2564904"/>
            <a:ext cx="0" cy="172819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5292080" y="1772816"/>
            <a:ext cx="0" cy="252028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endCxn id="8" idx="1"/>
          </p:cNvCxnSpPr>
          <p:nvPr/>
        </p:nvCxnSpPr>
        <p:spPr>
          <a:xfrm flipV="1">
            <a:off x="5400092" y="2560073"/>
            <a:ext cx="207023" cy="483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7" idx="2"/>
            <a:endCxn id="5" idx="0"/>
          </p:cNvCxnSpPr>
          <p:nvPr/>
        </p:nvCxnSpPr>
        <p:spPr>
          <a:xfrm flipH="1">
            <a:off x="4887035" y="1779927"/>
            <a:ext cx="9001" cy="1388944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6480212" y="2564904"/>
            <a:ext cx="27003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V="1">
            <a:off x="7488324" y="2096852"/>
            <a:ext cx="0" cy="28803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560332" y="2096852"/>
            <a:ext cx="0" cy="288032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7740352" y="3969060"/>
            <a:ext cx="0" cy="252028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endCxn id="14" idx="3"/>
          </p:cNvCxnSpPr>
          <p:nvPr/>
        </p:nvCxnSpPr>
        <p:spPr>
          <a:xfrm flipH="1">
            <a:off x="7245294" y="4471721"/>
            <a:ext cx="297035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04148" y="3933056"/>
            <a:ext cx="0" cy="1656184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5796136" y="3933056"/>
            <a:ext cx="0" cy="165618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6120172" y="5877272"/>
            <a:ext cx="396044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>
            <a:off x="6120172" y="3933056"/>
            <a:ext cx="0" cy="1944216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endCxn id="17" idx="1"/>
          </p:cNvCxnSpPr>
          <p:nvPr/>
        </p:nvCxnSpPr>
        <p:spPr>
          <a:xfrm flipV="1">
            <a:off x="6228184" y="5146796"/>
            <a:ext cx="288032" cy="1039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/>
          <p:cNvCxnSpPr/>
          <p:nvPr/>
        </p:nvCxnSpPr>
        <p:spPr>
          <a:xfrm>
            <a:off x="6228184" y="3933056"/>
            <a:ext cx="0" cy="122413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>
            <a:off x="7209296" y="4653136"/>
            <a:ext cx="675072" cy="648072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>
            <a:stCxn id="18" idx="3"/>
          </p:cNvCxnSpPr>
          <p:nvPr/>
        </p:nvCxnSpPr>
        <p:spPr>
          <a:xfrm flipV="1">
            <a:off x="7245294" y="5733256"/>
            <a:ext cx="279034" cy="88615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>
            <a:stCxn id="17" idx="3"/>
          </p:cNvCxnSpPr>
          <p:nvPr/>
        </p:nvCxnSpPr>
        <p:spPr>
          <a:xfrm>
            <a:off x="7245294" y="5146796"/>
            <a:ext cx="387046" cy="29842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>
            <a:stCxn id="33" idx="3"/>
          </p:cNvCxnSpPr>
          <p:nvPr/>
        </p:nvCxnSpPr>
        <p:spPr>
          <a:xfrm flipV="1">
            <a:off x="3950931" y="1628800"/>
            <a:ext cx="369041" cy="18092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>
            <a:stCxn id="32" idx="3"/>
          </p:cNvCxnSpPr>
          <p:nvPr/>
        </p:nvCxnSpPr>
        <p:spPr>
          <a:xfrm>
            <a:off x="3950931" y="1449680"/>
            <a:ext cx="378042" cy="71108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/>
          <p:cNvCxnSpPr>
            <a:stCxn id="31" idx="3"/>
          </p:cNvCxnSpPr>
          <p:nvPr/>
        </p:nvCxnSpPr>
        <p:spPr>
          <a:xfrm>
            <a:off x="3950931" y="1089640"/>
            <a:ext cx="387043" cy="286232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 flipV="1">
            <a:off x="5436096" y="1266960"/>
            <a:ext cx="459051" cy="73808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/>
          <p:cNvCxnSpPr/>
          <p:nvPr/>
        </p:nvCxnSpPr>
        <p:spPr>
          <a:xfrm>
            <a:off x="5436096" y="1628800"/>
            <a:ext cx="459051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>
            <a:off x="393700" y="6201308"/>
            <a:ext cx="397880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/>
          <p:cNvSpPr/>
          <p:nvPr/>
        </p:nvSpPr>
        <p:spPr>
          <a:xfrm>
            <a:off x="9046" y="320281"/>
            <a:ext cx="9144000" cy="609348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227" name="Straight Arrow Connector 226"/>
          <p:cNvCxnSpPr/>
          <p:nvPr/>
        </p:nvCxnSpPr>
        <p:spPr>
          <a:xfrm>
            <a:off x="393700" y="5913276"/>
            <a:ext cx="397880" cy="0"/>
          </a:xfrm>
          <a:prstGeom prst="straightConnector1">
            <a:avLst/>
          </a:prstGeom>
          <a:ln w="285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/>
          <p:cNvCxnSpPr/>
          <p:nvPr/>
        </p:nvCxnSpPr>
        <p:spPr>
          <a:xfrm>
            <a:off x="393700" y="6057292"/>
            <a:ext cx="39788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791580" y="5805264"/>
            <a:ext cx="914400" cy="5400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Media</a:t>
            </a:r>
          </a:p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Metadata</a:t>
            </a:r>
          </a:p>
          <a:p>
            <a:r>
              <a:rPr lang="en-GB" sz="1000" dirty="0">
                <a:latin typeface="Lucida Sans Unicode" pitchFamily="34" charset="0"/>
                <a:cs typeface="Lucida Sans Unicode" pitchFamily="34" charset="0"/>
              </a:rPr>
              <a:t>Both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20" y="800708"/>
            <a:ext cx="1188132" cy="360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ts val="2300"/>
              </a:lnSpc>
            </a:pPr>
            <a:r>
              <a:rPr lang="en-GB" sz="1200" dirty="0">
                <a:latin typeface="Lucida Sans Unicode" pitchFamily="34" charset="0"/>
                <a:cs typeface="Lucida Sans Unicode" pitchFamily="34" charset="0"/>
              </a:rPr>
              <a:t>Transmission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810" y="476664"/>
            <a:ext cx="7204472" cy="5724644"/>
          </a:xfrm>
          <a:prstGeom prst="rect">
            <a:avLst/>
          </a:prstGeom>
          <a:solidFill>
            <a:srgbClr val="A5C4E9">
              <a:alpha val="90980"/>
            </a:srgb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200" b="1" dirty="0">
                <a:latin typeface="Lucida Sans Unicode" pitchFamily="34" charset="0"/>
                <a:cs typeface="Lucida Sans Unicode" pitchFamily="34" charset="0"/>
              </a:rPr>
              <a:t>Implementation ...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latin typeface="Lucida Sans Unicode" pitchFamily="34" charset="0"/>
                <a:cs typeface="Lucida Sans Unicode" pitchFamily="34" charset="0"/>
              </a:rPr>
              <a:t>“IP Studio”, maybe ...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latin typeface="Lucida Sans Unicode" pitchFamily="34" charset="0"/>
                <a:cs typeface="Lucida Sans Unicode" pitchFamily="34" charset="0"/>
              </a:rPr>
              <a:t>… from  SDI / Traditional 	Workflow Suites </a:t>
            </a:r>
          </a:p>
          <a:p>
            <a:pPr lvl="1">
              <a:lnSpc>
                <a:spcPct val="150000"/>
              </a:lnSpc>
            </a:pPr>
            <a:r>
              <a:rPr lang="en-GB" sz="3200" b="1" dirty="0">
                <a:latin typeface="Lucida Sans Unicode" pitchFamily="34" charset="0"/>
                <a:cs typeface="Lucida Sans Unicode" pitchFamily="34" charset="0"/>
              </a:rPr>
              <a:t>… to Commodity COTS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i="1">
                <a:latin typeface="Lucida Sans Unicode" pitchFamily="34" charset="0"/>
                <a:cs typeface="Lucida Sans Unicode" pitchFamily="34" charset="0"/>
              </a:rPr>
              <a:t>NMOS </a:t>
            </a:r>
            <a:r>
              <a:rPr lang="en-GB" sz="2400" b="1" i="1">
                <a:latin typeface="Lucida Sans Unicode" pitchFamily="34" charset="0"/>
                <a:cs typeface="Lucida Sans Unicode" pitchFamily="34" charset="0"/>
              </a:rPr>
              <a:t>( FIMS ?)</a:t>
            </a:r>
            <a:endParaRPr lang="en-GB" sz="3200" b="1" i="1" dirty="0">
              <a:latin typeface="Lucida Sans Unicode" pitchFamily="34" charset="0"/>
              <a:cs typeface="Lucida Sans Unicode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3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???  ROI, </a:t>
            </a:r>
            <a:r>
              <a:rPr lang="en-GB" sz="28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Integration, </a:t>
            </a:r>
            <a:r>
              <a:rPr lang="en-GB" sz="2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Interoperability,</a:t>
            </a:r>
          </a:p>
          <a:p>
            <a:pPr>
              <a:lnSpc>
                <a:spcPct val="150000"/>
              </a:lnSpc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Flexibility, </a:t>
            </a:r>
            <a:r>
              <a:rPr lang="en-GB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Scale Investment, </a:t>
            </a:r>
            <a:r>
              <a:rPr lang="en-GB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future proof, </a:t>
            </a:r>
            <a:r>
              <a:rPr lang="en-GB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standards,  </a:t>
            </a:r>
            <a:r>
              <a:rPr lang="en-GB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skills </a:t>
            </a:r>
            <a:r>
              <a:rPr lang="en-GB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.. </a:t>
            </a:r>
            <a:endParaRPr lang="en-GB" sz="1200" i="1" dirty="0">
              <a:solidFill>
                <a:schemeClr val="tx1">
                  <a:lumMod val="65000"/>
                  <a:lumOff val="35000"/>
                </a:schemeClr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618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213865"/>
            <a:ext cx="7545655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6000" b="1" dirty="0"/>
              <a:t>Overview of </a:t>
            </a:r>
          </a:p>
          <a:p>
            <a:r>
              <a:rPr lang="en-GB" sz="6000" b="1" dirty="0"/>
              <a:t>many / some of </a:t>
            </a:r>
          </a:p>
          <a:p>
            <a:r>
              <a:rPr lang="en-GB" sz="6000" b="1" dirty="0"/>
              <a:t>Workflow Processes</a:t>
            </a:r>
          </a:p>
        </p:txBody>
      </p:sp>
    </p:spTree>
    <p:extLst>
      <p:ext uri="{BB962C8B-B14F-4D97-AF65-F5344CB8AC3E}">
        <p14:creationId xmlns:p14="http://schemas.microsoft.com/office/powerpoint/2010/main" val="265793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630" y="1178750"/>
            <a:ext cx="6345705" cy="483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22150" y="6129300"/>
            <a:ext cx="3221850" cy="338554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800" dirty="0">
                <a:hlinkClick r:id="rId3"/>
              </a:rPr>
              <a:t>http://www.snellgroup.com/documents/brochures/automation-and-media-management/Momentum.pdf</a:t>
            </a:r>
            <a:r>
              <a:rPr lang="en-GB" sz="8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763" y="323849"/>
            <a:ext cx="3127779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2400" b="1" dirty="0">
                <a:latin typeface="Lucida Sans Unicode" pitchFamily="34" charset="0"/>
                <a:cs typeface="Lucida Sans Unicode" pitchFamily="34" charset="0"/>
              </a:rPr>
              <a:t>Workflow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6885" y="323850"/>
            <a:ext cx="3985386" cy="67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Typical – there are many variations ... </a:t>
            </a:r>
          </a:p>
          <a:p>
            <a:pPr>
              <a:lnSpc>
                <a:spcPts val="23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... and automated:</a:t>
            </a:r>
          </a:p>
        </p:txBody>
      </p:sp>
    </p:spTree>
    <p:extLst>
      <p:ext uri="{BB962C8B-B14F-4D97-AF65-F5344CB8AC3E}">
        <p14:creationId xmlns:p14="http://schemas.microsoft.com/office/powerpoint/2010/main" val="3874220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515" y="2033845"/>
            <a:ext cx="6266710" cy="391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93700" y="333375"/>
            <a:ext cx="65213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/>
              <a:t>MEDIA ASSET MANAGEMENT</a:t>
            </a:r>
            <a:endParaRPr lang="en-GB" sz="3200"/>
          </a:p>
        </p:txBody>
      </p:sp>
      <p:sp>
        <p:nvSpPr>
          <p:cNvPr id="6" name="TextBox 5"/>
          <p:cNvSpPr txBox="1"/>
          <p:nvPr/>
        </p:nvSpPr>
        <p:spPr>
          <a:xfrm>
            <a:off x="6756850" y="3039626"/>
            <a:ext cx="1880734" cy="646331"/>
          </a:xfrm>
          <a:prstGeom prst="rect">
            <a:avLst/>
          </a:prstGeom>
          <a:solidFill>
            <a:srgbClr val="FFE4AF"/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/>
              <a:t>BPM: Business Process Management (“Workflow Engine”)</a:t>
            </a:r>
            <a:endParaRPr lang="en-GB" sz="1200" dirty="0"/>
          </a:p>
        </p:txBody>
      </p:sp>
      <p:sp>
        <p:nvSpPr>
          <p:cNvPr id="7" name="Left Arrow 6"/>
          <p:cNvSpPr/>
          <p:nvPr/>
        </p:nvSpPr>
        <p:spPr>
          <a:xfrm>
            <a:off x="6095720" y="2981802"/>
            <a:ext cx="587230" cy="672525"/>
          </a:xfrm>
          <a:prstGeom prst="leftArrow">
            <a:avLst/>
          </a:prstGeom>
          <a:solidFill>
            <a:srgbClr val="FFE4AF"/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73299" y="2459489"/>
            <a:ext cx="1014573" cy="362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4150" indent="-184150">
              <a:lnSpc>
                <a:spcPts val="2400"/>
              </a:lnSpc>
            </a:pPr>
            <a:r>
              <a:rPr lang="en-GB" sz="1400">
                <a:latin typeface="Arial Rounded MT Bold" pitchFamily="34" charset="0"/>
              </a:rPr>
              <a:t>Database</a:t>
            </a:r>
            <a:endParaRPr lang="en-GB" sz="14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://broadcastengineering.com/site-files/broadcastengineering.com/files/uploads/2013/03/Xendata-archive-subsystem-304be17-fig2_1.jpg"/>
          <p:cNvPicPr>
            <a:picLocks noChangeAspect="1" noChangeArrowheads="1"/>
          </p:cNvPicPr>
          <p:nvPr/>
        </p:nvPicPr>
        <p:blipFill rotWithShape="1">
          <a:blip r:embed="rId2" cstate="print"/>
          <a:srcRect r="55427"/>
          <a:stretch/>
        </p:blipFill>
        <p:spPr bwMode="auto">
          <a:xfrm>
            <a:off x="393700" y="2425794"/>
            <a:ext cx="2359891" cy="3141669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3700" y="936352"/>
            <a:ext cx="427181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Preferred approach  - file-folder structure</a:t>
            </a:r>
          </a:p>
          <a:p>
            <a:pPr marL="176213" indent="-176213">
              <a:buFont typeface="Arial" pitchFamily="34" charset="0"/>
              <a:buChar char="•"/>
            </a:pPr>
            <a:r>
              <a:rPr lang="en-GB" sz="1400" dirty="0"/>
              <a:t>accessible via a standard network protocol (rather than a proprietary interface between the storage and the asset management system)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700" y="323850"/>
            <a:ext cx="53832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Typical MAM File System Approach</a:t>
            </a:r>
          </a:p>
        </p:txBody>
      </p:sp>
      <p:pic>
        <p:nvPicPr>
          <p:cNvPr id="5" name="Picture 2" descr="quantum_scalar_i6000_hd_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9620" y="4375938"/>
            <a:ext cx="2758176" cy="1570146"/>
          </a:xfrm>
          <a:prstGeom prst="rect">
            <a:avLst/>
          </a:prstGeom>
          <a:noFill/>
        </p:spPr>
      </p:pic>
      <p:sp>
        <p:nvSpPr>
          <p:cNvPr id="17" name="Right Brace 16"/>
          <p:cNvSpPr/>
          <p:nvPr/>
        </p:nvSpPr>
        <p:spPr>
          <a:xfrm>
            <a:off x="6041387" y="3641927"/>
            <a:ext cx="324036" cy="1925536"/>
          </a:xfrm>
          <a:prstGeom prst="rightBrace">
            <a:avLst>
              <a:gd name="adj1" fmla="val 40279"/>
              <a:gd name="adj2" fmla="val 28048"/>
            </a:avLst>
          </a:prstGeom>
          <a:ln w="28575">
            <a:solidFill>
              <a:srgbClr val="0C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ight Brace 19"/>
          <p:cNvSpPr/>
          <p:nvPr/>
        </p:nvSpPr>
        <p:spPr>
          <a:xfrm>
            <a:off x="5862011" y="3844063"/>
            <a:ext cx="269142" cy="1731437"/>
          </a:xfrm>
          <a:prstGeom prst="rightBrace">
            <a:avLst>
              <a:gd name="adj1" fmla="val 40279"/>
              <a:gd name="adj2" fmla="val 85840"/>
            </a:avLst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2664473" y="3559642"/>
            <a:ext cx="32752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4150" indent="-184150"/>
            <a:r>
              <a:rPr lang="en-GB" sz="1200" dirty="0"/>
              <a:t>File 1: DISK H1 … written today</a:t>
            </a:r>
          </a:p>
          <a:p>
            <a:pPr marL="184150" indent="-184150"/>
            <a:r>
              <a:rPr lang="en-GB" sz="1200" dirty="0"/>
              <a:t>File 2: LTO L3</a:t>
            </a:r>
          </a:p>
          <a:p>
            <a:pPr marL="184150" indent="-184150"/>
            <a:r>
              <a:rPr lang="en-GB" sz="1200" dirty="0"/>
              <a:t>File 3: DISK H4 … being copied to LTO L2</a:t>
            </a:r>
          </a:p>
          <a:p>
            <a:pPr marL="184150" indent="-184150"/>
            <a:r>
              <a:rPr lang="en-GB" sz="1200" dirty="0"/>
              <a:t>File 4: LTO L2</a:t>
            </a:r>
          </a:p>
          <a:p>
            <a:pPr marL="184150" indent="-184150"/>
            <a:r>
              <a:rPr lang="en-GB" sz="1200" dirty="0"/>
              <a:t>File 5: DISK H3 … written last hour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4473" y="4747527"/>
            <a:ext cx="2885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150" indent="-184150"/>
            <a:r>
              <a:rPr lang="en-GB" sz="1200" dirty="0"/>
              <a:t>File 1: LTO L7</a:t>
            </a:r>
          </a:p>
          <a:p>
            <a:pPr marL="184150" indent="-184150"/>
            <a:r>
              <a:rPr lang="en-GB" sz="1200" dirty="0"/>
              <a:t>File 2: LTO L5</a:t>
            </a:r>
          </a:p>
          <a:p>
            <a:pPr marL="184150" indent="-184150"/>
            <a:r>
              <a:rPr lang="en-GB" sz="1200" dirty="0"/>
              <a:t>File 3: DISK H2 </a:t>
            </a:r>
          </a:p>
          <a:p>
            <a:pPr marL="184150" indent="-184150"/>
            <a:r>
              <a:rPr lang="en-GB" sz="1200" dirty="0"/>
              <a:t>File 4: LTO L1 being copied back to disk (due to recent read attempt)</a:t>
            </a:r>
          </a:p>
          <a:p>
            <a:pPr marL="184150" indent="-184150"/>
            <a:endParaRPr lang="en-GB" sz="1200" dirty="0"/>
          </a:p>
          <a:p>
            <a:pPr marL="184150" indent="-184150"/>
            <a:r>
              <a:rPr lang="en-GB" sz="1200" dirty="0"/>
              <a:t>+ access to other cloud storages (own, third party)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799" y="2342666"/>
            <a:ext cx="2113365" cy="2113365"/>
          </a:xfrm>
          <a:prstGeom prst="rect">
            <a:avLst/>
          </a:prstGeom>
        </p:spPr>
      </p:pic>
      <p:pic>
        <p:nvPicPr>
          <p:cNvPr id="3078" name="Picture 6" descr="http://blog.xebialabs.com/wp-content/uploads/2014/12/the-cloud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405" y="436001"/>
            <a:ext cx="2914555" cy="178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ight Brace 18"/>
          <p:cNvSpPr/>
          <p:nvPr/>
        </p:nvSpPr>
        <p:spPr>
          <a:xfrm rot="16200000">
            <a:off x="7596690" y="958978"/>
            <a:ext cx="324036" cy="2443339"/>
          </a:xfrm>
          <a:prstGeom prst="rightBrace">
            <a:avLst>
              <a:gd name="adj1" fmla="val 40279"/>
              <a:gd name="adj2" fmla="val 5017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3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308840"/>
            <a:ext cx="9144000" cy="3989294"/>
          </a:xfrm>
          <a:prstGeom prst="rect">
            <a:avLst/>
          </a:prstGeom>
          <a:gradFill flip="none" rotWithShape="1">
            <a:gsLst>
              <a:gs pos="95763">
                <a:schemeClr val="bg1"/>
              </a:gs>
              <a:gs pos="0">
                <a:schemeClr val="accent1">
                  <a:tint val="66000"/>
                  <a:satMod val="160000"/>
                </a:schemeClr>
              </a:gs>
              <a:gs pos="30000">
                <a:schemeClr val="accent1">
                  <a:tint val="44500"/>
                  <a:satMod val="160000"/>
                </a:schemeClr>
              </a:gs>
              <a:gs pos="57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93700" y="873444"/>
          <a:ext cx="5150408" cy="5332676"/>
        </p:xfrm>
        <a:graphic>
          <a:graphicData uri="http://schemas.openxmlformats.org/drawingml/2006/table">
            <a:tbl>
              <a:tblPr/>
              <a:tblGrid>
                <a:gridCol w="99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5591">
                <a:tc gridSpan="5">
                  <a:txBody>
                    <a:bodyPr/>
                    <a:lstStyle/>
                    <a:p>
                      <a:r>
                        <a:rPr lang="en-GB" sz="1100" b="1" dirty="0"/>
                        <a:t>General </a:t>
                      </a:r>
                    </a:p>
                    <a:p>
                      <a:r>
                        <a:rPr lang="en-GB" sz="1100" b="1" dirty="0"/>
                        <a:t>specifications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030">
                <a:tc>
                  <a:txBody>
                    <a:bodyPr/>
                    <a:lstStyle/>
                    <a:p>
                      <a:r>
                        <a:rPr lang="en-GB" sz="1100" b="1" dirty="0"/>
                        <a:t>Tape type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Raw capacity</a:t>
                      </a:r>
                    </a:p>
                    <a:p>
                      <a:pPr algn="r"/>
                      <a:r>
                        <a:rPr lang="en-GB" sz="1000" b="1" dirty="0">
                          <a:solidFill>
                            <a:srgbClr val="FF0000"/>
                          </a:solidFill>
                        </a:rPr>
                        <a:t>(compressed</a:t>
                      </a:r>
                    </a:p>
                    <a:p>
                      <a:pPr algn="r"/>
                      <a:r>
                        <a:rPr lang="en-GB" sz="1000" b="1" dirty="0">
                          <a:solidFill>
                            <a:srgbClr val="FF0000"/>
                          </a:solidFill>
                        </a:rPr>
                        <a:t>capacity @ 2.5:1)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Max Uncompressed Speed </a:t>
                      </a:r>
                    </a:p>
                    <a:p>
                      <a:pPr algn="r"/>
                      <a:r>
                        <a:rPr lang="en-GB" sz="1100" b="1"/>
                        <a:t>MB/s </a:t>
                      </a:r>
                      <a:r>
                        <a:rPr lang="en-GB" sz="800" b="0"/>
                        <a:t>(note bytes)</a:t>
                      </a:r>
                      <a:endParaRPr lang="en-GB" sz="1100" b="0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WORM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Released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041">
                <a:tc>
                  <a:txBody>
                    <a:bodyPr/>
                    <a:lstStyle/>
                    <a:p>
                      <a:r>
                        <a:rPr lang="en-GB" sz="1100" b="1" dirty="0"/>
                        <a:t>LTO-1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100 GB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No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37">
                <a:tc>
                  <a:txBody>
                    <a:bodyPr/>
                    <a:lstStyle/>
                    <a:p>
                      <a:r>
                        <a:rPr lang="en-GB" sz="1100" b="1"/>
                        <a:t>LTO-2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 GB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40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No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2003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33">
                <a:tc>
                  <a:txBody>
                    <a:bodyPr/>
                    <a:lstStyle/>
                    <a:p>
                      <a:r>
                        <a:rPr lang="en-GB" sz="1100" b="1" dirty="0"/>
                        <a:t>LTO-3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/>
                        <a:t>400 GB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80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Yes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2005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37">
                <a:tc>
                  <a:txBody>
                    <a:bodyPr/>
                    <a:lstStyle/>
                    <a:p>
                      <a:r>
                        <a:rPr lang="en-GB" sz="1100" b="1"/>
                        <a:t>LTO-4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/>
                        <a:t>800 GB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120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Yes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2007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198">
                <a:tc>
                  <a:txBody>
                    <a:bodyPr/>
                    <a:lstStyle/>
                    <a:p>
                      <a:r>
                        <a:rPr lang="en-GB" sz="1200" b="1"/>
                        <a:t>LTO-5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1.5 TB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140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Yes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2010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394">
                <a:tc>
                  <a:txBody>
                    <a:bodyPr/>
                    <a:lstStyle/>
                    <a:p>
                      <a:r>
                        <a:rPr lang="en-GB" sz="1400" b="1" dirty="0"/>
                        <a:t>LTO-6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2.5 TB</a:t>
                      </a:r>
                    </a:p>
                    <a:p>
                      <a:pPr algn="r"/>
                      <a:r>
                        <a:rPr lang="en-GB" sz="1100" b="1" dirty="0">
                          <a:solidFill>
                            <a:srgbClr val="FF0000"/>
                          </a:solidFill>
                        </a:rPr>
                        <a:t>6.25</a:t>
                      </a:r>
                      <a:r>
                        <a:rPr lang="en-GB" sz="1100" b="1" baseline="0" dirty="0">
                          <a:solidFill>
                            <a:srgbClr val="FF0000"/>
                          </a:solidFill>
                        </a:rPr>
                        <a:t> TB</a:t>
                      </a:r>
                      <a:endParaRPr lang="en-GB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160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Yes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400" b="1" dirty="0"/>
                        <a:t>2012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935">
                <a:tc>
                  <a:txBody>
                    <a:bodyPr/>
                    <a:lstStyle/>
                    <a:p>
                      <a:r>
                        <a:rPr lang="en-GB" sz="1600" b="1" dirty="0"/>
                        <a:t>LTO-7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 dirty="0"/>
                        <a:t>6.4 TB</a:t>
                      </a:r>
                    </a:p>
                    <a:p>
                      <a:pPr algn="r"/>
                      <a:r>
                        <a:rPr lang="en-GB" sz="1200" b="1" dirty="0">
                          <a:solidFill>
                            <a:srgbClr val="FF0000"/>
                          </a:solidFill>
                        </a:rPr>
                        <a:t>16 TB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 dirty="0"/>
                        <a:t>315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/>
                        <a:t>Yes</a:t>
                      </a:r>
                      <a:endParaRPr lang="en-GB" sz="16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600" b="1"/>
                        <a:t>2015</a:t>
                      </a:r>
                      <a:endParaRPr lang="en-GB" sz="16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8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/>
                        <a:t>LTO-8</a:t>
                      </a:r>
                      <a:endParaRPr lang="en-GB" sz="18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/>
                        <a:t>12.0 </a:t>
                      </a:r>
                      <a:r>
                        <a:rPr lang="en-GB" sz="1800" b="1" dirty="0"/>
                        <a:t>TB</a:t>
                      </a:r>
                    </a:p>
                    <a:p>
                      <a:pPr algn="r"/>
                      <a:r>
                        <a:rPr lang="en-GB" sz="1400" b="1">
                          <a:solidFill>
                            <a:srgbClr val="FF0000"/>
                          </a:solidFill>
                        </a:rPr>
                        <a:t>30 </a:t>
                      </a:r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TB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/>
                        <a:t>472</a:t>
                      </a:r>
                    </a:p>
                    <a:p>
                      <a:pPr algn="r"/>
                      <a:r>
                        <a:rPr lang="en-GB" sz="1050" b="1"/>
                        <a:t>(upto 900Mb/s)</a:t>
                      </a:r>
                      <a:endParaRPr lang="en-GB" sz="18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/>
                        <a:t>Yes</a:t>
                      </a:r>
                      <a:endParaRPr lang="en-GB" sz="18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800" b="1"/>
                        <a:t>Now</a:t>
                      </a:r>
                      <a:endParaRPr lang="en-GB" sz="1800" b="1" dirty="0"/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611">
                <a:tc>
                  <a:txBody>
                    <a:bodyPr/>
                    <a:lstStyle/>
                    <a:p>
                      <a:r>
                        <a:rPr lang="en-GB" sz="1200" b="1" dirty="0"/>
                        <a:t>LTO-9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26 TB</a:t>
                      </a:r>
                    </a:p>
                    <a:p>
                      <a:pPr algn="r"/>
                      <a:r>
                        <a:rPr lang="en-GB" sz="1050" b="1" dirty="0">
                          <a:solidFill>
                            <a:srgbClr val="FF0000"/>
                          </a:solidFill>
                        </a:rPr>
                        <a:t>65.2 TB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708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Planned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b="1" dirty="0"/>
                        <a:t>TBA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4276">
                <a:tc>
                  <a:txBody>
                    <a:bodyPr/>
                    <a:lstStyle/>
                    <a:p>
                      <a:r>
                        <a:rPr lang="en-GB" sz="1100" b="1" dirty="0"/>
                        <a:t>LTO-10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48 TB</a:t>
                      </a:r>
                    </a:p>
                    <a:p>
                      <a:pPr algn="r"/>
                      <a:r>
                        <a:rPr lang="en-GB" sz="1000" b="1" dirty="0">
                          <a:solidFill>
                            <a:srgbClr val="FF0000"/>
                          </a:solidFill>
                        </a:rPr>
                        <a:t>120 TB </a:t>
                      </a:r>
                      <a:endParaRPr lang="en-GB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1100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Planned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100" b="1" dirty="0"/>
                        <a:t>TBA</a:t>
                      </a:r>
                    </a:p>
                  </a:txBody>
                  <a:tcPr marL="48964" marR="48964" marT="24482" marB="244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93700" y="323850"/>
            <a:ext cx="4953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Linear Tape Open – to LTO 10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676" y="6229694"/>
            <a:ext cx="6070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Note comparative native / compressed capacities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787153" y="1480338"/>
            <a:ext cx="5124" cy="49306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657600" y="1480338"/>
            <a:ext cx="5124" cy="49306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cxnSpLocks/>
          </p:cNvCxnSpPr>
          <p:nvPr/>
        </p:nvCxnSpPr>
        <p:spPr>
          <a:xfrm flipH="1">
            <a:off x="2489627" y="1477410"/>
            <a:ext cx="1" cy="4933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370228" y="1480338"/>
            <a:ext cx="5124" cy="49306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2298449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477410"/>
            <a:ext cx="9144000" cy="29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TO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3704" y="696938"/>
            <a:ext cx="2470245" cy="1850772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6654374" y="5768029"/>
            <a:ext cx="2489626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GB" sz="1400" i="1" dirty="0"/>
              <a:t>(2014 … )</a:t>
            </a:r>
          </a:p>
          <a:p>
            <a:r>
              <a:rPr lang="en-GB" sz="1400" i="1" dirty="0"/>
              <a:t>Sony Tape @ 148Gb/in2</a:t>
            </a:r>
          </a:p>
          <a:p>
            <a:r>
              <a:rPr lang="en-GB" sz="1400" i="1" dirty="0"/>
              <a:t>… 185TB per cartridge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B95663-B14D-4ACA-92E8-F986907CC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694" y="2686864"/>
            <a:ext cx="2400606" cy="29290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285128" y="3628725"/>
            <a:ext cx="4858871" cy="26129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85764" y="2836471"/>
            <a:ext cx="3035394" cy="211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93700" y="317765"/>
            <a:ext cx="3656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/>
              <a:t>Tiered </a:t>
            </a:r>
            <a:r>
              <a:rPr lang="en-US" sz="2400" b="1" dirty="0"/>
              <a:t>Archival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08494" y="6305862"/>
            <a:ext cx="3935506" cy="2174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800" dirty="0">
                <a:hlinkClick r:id="rId3"/>
              </a:rPr>
              <a:t>http://perpetualstorage.com/need-right-data-right-place/</a:t>
            </a:r>
            <a:r>
              <a:rPr lang="en-GB" sz="800" dirty="0"/>
              <a:t>  </a:t>
            </a:r>
            <a:r>
              <a:rPr lang="en-GB" sz="800" b="1" dirty="0"/>
              <a:t>[as at 2013]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001110" y="738406"/>
            <a:ext cx="6275294" cy="3939471"/>
            <a:chOff x="2338139" y="1088740"/>
            <a:chExt cx="6552276" cy="4397038"/>
          </a:xfrm>
        </p:grpSpPr>
        <p:pic>
          <p:nvPicPr>
            <p:cNvPr id="2050" name="Picture 2" descr="Tiers-age-data-allocation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41" b="3990"/>
            <a:stretch/>
          </p:blipFill>
          <p:spPr bwMode="auto">
            <a:xfrm>
              <a:off x="2338139" y="1340768"/>
              <a:ext cx="1910850" cy="4145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Tiers0-3-about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3563"/>
            <a:stretch/>
          </p:blipFill>
          <p:spPr bwMode="auto">
            <a:xfrm>
              <a:off x="4291283" y="1088740"/>
              <a:ext cx="4588372" cy="2137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Tiers0-3-about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774" b="10468"/>
            <a:stretch/>
          </p:blipFill>
          <p:spPr bwMode="auto">
            <a:xfrm>
              <a:off x="4302043" y="3261137"/>
              <a:ext cx="4588372" cy="764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938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339752" y="3293601"/>
              <a:ext cx="1924050" cy="64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939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348717" y="3861048"/>
              <a:ext cx="1905000" cy="723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TextBox 10"/>
          <p:cNvSpPr txBox="1"/>
          <p:nvPr/>
        </p:nvSpPr>
        <p:spPr>
          <a:xfrm>
            <a:off x="5393173" y="3125536"/>
            <a:ext cx="1406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(i.e. sustainable)</a:t>
            </a:r>
          </a:p>
        </p:txBody>
      </p:sp>
      <p:pic>
        <p:nvPicPr>
          <p:cNvPr id="39942" name="Picture 6" descr="Cost-Reduction-1-4tier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35580" y="4047583"/>
            <a:ext cx="4276725" cy="2143125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>
          <a:xfrm>
            <a:off x="4356847" y="3946731"/>
            <a:ext cx="4500282" cy="2330823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4390109"/>
            <a:ext cx="3245971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538163" indent="-179388"/>
            <a:r>
              <a:rPr lang="en-GB" sz="1400" b="1" dirty="0"/>
              <a:t>Tiered storage utilizing tape </a:t>
            </a:r>
          </a:p>
          <a:p>
            <a:pPr marL="538163" indent="-179388">
              <a:buFont typeface="Arial" pitchFamily="34" charset="0"/>
              <a:buChar char="•"/>
            </a:pPr>
            <a:r>
              <a:rPr lang="en-GB" sz="1400" dirty="0"/>
              <a:t>reducing power</a:t>
            </a:r>
          </a:p>
          <a:p>
            <a:pPr marL="538163" indent="-179388">
              <a:buFont typeface="Arial" pitchFamily="34" charset="0"/>
              <a:buChar char="•"/>
            </a:pPr>
            <a:r>
              <a:rPr lang="en-GB" sz="1400" dirty="0"/>
              <a:t>cooling</a:t>
            </a:r>
          </a:p>
          <a:p>
            <a:pPr marL="538163" indent="-179388">
              <a:buFont typeface="Arial" pitchFamily="34" charset="0"/>
              <a:buChar char="•"/>
            </a:pPr>
            <a:r>
              <a:rPr lang="en-GB" sz="1400" dirty="0"/>
              <a:t>space</a:t>
            </a:r>
          </a:p>
          <a:p>
            <a:pPr marL="538163" indent="-179388">
              <a:buFont typeface="Arial" pitchFamily="34" charset="0"/>
              <a:buChar char="•"/>
            </a:pPr>
            <a:r>
              <a:rPr lang="en-GB" sz="1400" dirty="0"/>
              <a:t>media and administration costs</a:t>
            </a:r>
          </a:p>
          <a:p>
            <a:pPr marL="538163" indent="-179388">
              <a:buFont typeface="Arial" pitchFamily="34" charset="0"/>
              <a:buChar char="•"/>
            </a:pPr>
            <a:r>
              <a:rPr lang="en-GB" sz="1400" dirty="0"/>
              <a:t>efficient access via LTFS indexing </a:t>
            </a:r>
          </a:p>
          <a:p>
            <a:pPr marL="538163" indent="-179388">
              <a:buFont typeface="Arial" pitchFamily="34" charset="0"/>
              <a:buChar char="•"/>
            </a:pPr>
            <a:r>
              <a:rPr lang="en-GB" sz="1400" dirty="0"/>
              <a:t>infrastructure cost reduction</a:t>
            </a:r>
          </a:p>
        </p:txBody>
      </p:sp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3700" y="797579"/>
            <a:ext cx="1632324" cy="337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Arrow Connector 18"/>
          <p:cNvCxnSpPr/>
          <p:nvPr/>
        </p:nvCxnSpPr>
        <p:spPr>
          <a:xfrm flipV="1">
            <a:off x="3173506" y="5773271"/>
            <a:ext cx="1084729" cy="35858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14930" y="3641992"/>
            <a:ext cx="3796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/>
              <a:t>The Economics of Tiered </a:t>
            </a:r>
            <a:r>
              <a:rPr lang="en-US" sz="1400" b="1" dirty="0"/>
              <a:t>Archival Storage</a:t>
            </a:r>
          </a:p>
        </p:txBody>
      </p:sp>
    </p:spTree>
    <p:extLst>
      <p:ext uri="{BB962C8B-B14F-4D97-AF65-F5344CB8AC3E}">
        <p14:creationId xmlns:p14="http://schemas.microsoft.com/office/powerpoint/2010/main" val="3992792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8EE419-9391-4F0B-B160-2B7AAE127537}"/>
              </a:ext>
            </a:extLst>
          </p:cNvPr>
          <p:cNvSpPr/>
          <p:nvPr/>
        </p:nvSpPr>
        <p:spPr>
          <a:xfrm>
            <a:off x="401638" y="916506"/>
            <a:ext cx="7336184" cy="10177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DAEE87-9D2F-4FAD-BCD5-22A8A9FB1301}"/>
              </a:ext>
            </a:extLst>
          </p:cNvPr>
          <p:cNvSpPr/>
          <p:nvPr/>
        </p:nvSpPr>
        <p:spPr>
          <a:xfrm>
            <a:off x="331051" y="333375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Cloud Archival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EBC76E-3381-4765-ADD6-60E7ED814B8B}"/>
              </a:ext>
            </a:extLst>
          </p:cNvPr>
          <p:cNvSpPr/>
          <p:nvPr/>
        </p:nvSpPr>
        <p:spPr>
          <a:xfrm>
            <a:off x="409576" y="925669"/>
            <a:ext cx="793553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600" b="1"/>
          </a:p>
          <a:p>
            <a:r>
              <a:rPr lang="en-GB" sz="1600" b="1"/>
              <a:t>Storage of an organization’s </a:t>
            </a:r>
          </a:p>
          <a:p>
            <a:r>
              <a:rPr lang="en-GB" sz="1600" b="1"/>
              <a:t>media assets: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  <a:p>
            <a:endParaRPr lang="en-GB" sz="16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4529D2-03C0-4A2A-9AE6-009450ABD9A7}"/>
              </a:ext>
            </a:extLst>
          </p:cNvPr>
          <p:cNvGrpSpPr/>
          <p:nvPr/>
        </p:nvGrpSpPr>
        <p:grpSpPr>
          <a:xfrm>
            <a:off x="6241451" y="3977514"/>
            <a:ext cx="2103663" cy="1792400"/>
            <a:chOff x="5501606" y="4520674"/>
            <a:chExt cx="2103663" cy="1792400"/>
          </a:xfrm>
        </p:grpSpPr>
        <p:sp>
          <p:nvSpPr>
            <p:cNvPr id="6" name="Arrow: Curved Left 5">
              <a:extLst>
                <a:ext uri="{FF2B5EF4-FFF2-40B4-BE49-F238E27FC236}">
                  <a16:creationId xmlns:a16="http://schemas.microsoft.com/office/drawing/2014/main" id="{ABCAD76D-AA32-4D98-8E90-4341EA4FC475}"/>
                </a:ext>
              </a:extLst>
            </p:cNvPr>
            <p:cNvSpPr/>
            <p:nvPr/>
          </p:nvSpPr>
          <p:spPr>
            <a:xfrm>
              <a:off x="7156715" y="5139626"/>
              <a:ext cx="437990" cy="507146"/>
            </a:xfrm>
            <a:prstGeom prst="curvedLef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D1F4DC8-2637-494D-AE83-27FA4DEBC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06" y="4520674"/>
              <a:ext cx="1590755" cy="1792400"/>
            </a:xfrm>
            <a:prstGeom prst="rect">
              <a:avLst/>
            </a:prstGeom>
          </p:spPr>
        </p:pic>
        <p:sp>
          <p:nvSpPr>
            <p:cNvPr id="5" name="Arrow: Curved Left 4">
              <a:extLst>
                <a:ext uri="{FF2B5EF4-FFF2-40B4-BE49-F238E27FC236}">
                  <a16:creationId xmlns:a16="http://schemas.microsoft.com/office/drawing/2014/main" id="{FDF2BA85-B41E-4A60-89A8-5E2D9B42CDA3}"/>
                </a:ext>
              </a:extLst>
            </p:cNvPr>
            <p:cNvSpPr/>
            <p:nvPr/>
          </p:nvSpPr>
          <p:spPr>
            <a:xfrm>
              <a:off x="7156715" y="4600416"/>
              <a:ext cx="437990" cy="507146"/>
            </a:xfrm>
            <a:prstGeom prst="curvedLef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7" name="Arrow: Curved Left 6">
              <a:extLst>
                <a:ext uri="{FF2B5EF4-FFF2-40B4-BE49-F238E27FC236}">
                  <a16:creationId xmlns:a16="http://schemas.microsoft.com/office/drawing/2014/main" id="{AADE2292-F75B-4C75-96DD-78D8EBBCB3B8}"/>
                </a:ext>
              </a:extLst>
            </p:cNvPr>
            <p:cNvSpPr/>
            <p:nvPr/>
          </p:nvSpPr>
          <p:spPr>
            <a:xfrm>
              <a:off x="7167279" y="5646772"/>
              <a:ext cx="437990" cy="507146"/>
            </a:xfrm>
            <a:prstGeom prst="curvedLef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DA5A8B-D0E3-40C6-B79C-F13FFFD63668}"/>
              </a:ext>
            </a:extLst>
          </p:cNvPr>
          <p:cNvSpPr/>
          <p:nvPr/>
        </p:nvSpPr>
        <p:spPr>
          <a:xfrm>
            <a:off x="3781949" y="954926"/>
            <a:ext cx="21502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i="1"/>
              <a:t>original content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i="1"/>
              <a:t>EDLs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i="1"/>
              <a:t>finished masters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663A8F-F210-4338-93EE-50AA36228D44}"/>
              </a:ext>
            </a:extLst>
          </p:cNvPr>
          <p:cNvSpPr/>
          <p:nvPr/>
        </p:nvSpPr>
        <p:spPr>
          <a:xfrm>
            <a:off x="5940167" y="954926"/>
            <a:ext cx="159478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i="1"/>
              <a:t>copies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i="1"/>
              <a:t>versions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600" i="1"/>
              <a:t>releases, etc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9DFC90-78ED-4E5F-81D3-3FCFCA64CB85}"/>
              </a:ext>
            </a:extLst>
          </p:cNvPr>
          <p:cNvGrpSpPr/>
          <p:nvPr/>
        </p:nvGrpSpPr>
        <p:grpSpPr>
          <a:xfrm>
            <a:off x="2043954" y="2162981"/>
            <a:ext cx="6690470" cy="904237"/>
            <a:chOff x="1362397" y="2328262"/>
            <a:chExt cx="6690470" cy="904237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7D6FFE9-652F-427D-AAAB-DA059956D2D0}"/>
                </a:ext>
              </a:extLst>
            </p:cNvPr>
            <p:cNvSpPr/>
            <p:nvPr/>
          </p:nvSpPr>
          <p:spPr>
            <a:xfrm>
              <a:off x="1406178" y="2328262"/>
              <a:ext cx="6646689" cy="90423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9A9626-C7FD-4220-BB8B-31F97B8158DA}"/>
                </a:ext>
              </a:extLst>
            </p:cNvPr>
            <p:cNvSpPr/>
            <p:nvPr/>
          </p:nvSpPr>
          <p:spPr>
            <a:xfrm>
              <a:off x="1362397" y="2495536"/>
              <a:ext cx="261818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600" b="1"/>
                <a:t>Cloud-based storage being used for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BD13C34-BD38-4AD6-BD7D-CB74FE86CA6A}"/>
                </a:ext>
              </a:extLst>
            </p:cNvPr>
            <p:cNvSpPr/>
            <p:nvPr/>
          </p:nvSpPr>
          <p:spPr>
            <a:xfrm>
              <a:off x="3746944" y="2348439"/>
              <a:ext cx="4305923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60363" indent="-268288">
                <a:buFont typeface="Arial" panose="020B0604020202020204" pitchFamily="34" charset="0"/>
                <a:buChar char="•"/>
              </a:pPr>
              <a:r>
                <a:rPr lang="en-GB" sz="1600" i="1"/>
                <a:t>ingest and content collection</a:t>
              </a:r>
            </a:p>
            <a:p>
              <a:pPr marL="360363" indent="-268288">
                <a:buFont typeface="Arial" panose="020B0604020202020204" pitchFamily="34" charset="0"/>
                <a:buChar char="•"/>
              </a:pPr>
              <a:r>
                <a:rPr lang="en-GB" sz="1600" i="1"/>
                <a:t>playout from the cloud </a:t>
              </a:r>
            </a:p>
            <a:p>
              <a:pPr marL="360363" indent="-268288">
                <a:buFont typeface="Arial" panose="020B0604020202020204" pitchFamily="34" charset="0"/>
                <a:buChar char="•"/>
              </a:pPr>
              <a:r>
                <a:rPr lang="en-GB" sz="1600" i="1"/>
                <a:t>processing in a virtual environment 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5B77A6E-13D7-4480-84EA-3D89378A2615}"/>
              </a:ext>
            </a:extLst>
          </p:cNvPr>
          <p:cNvSpPr/>
          <p:nvPr/>
        </p:nvSpPr>
        <p:spPr>
          <a:xfrm>
            <a:off x="813565" y="3278537"/>
            <a:ext cx="692425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1">
                <a:solidFill>
                  <a:schemeClr val="tx2">
                    <a:lumMod val="75000"/>
                  </a:schemeClr>
                </a:solidFill>
              </a:rPr>
              <a:t>.. so what is the need </a:t>
            </a:r>
            <a:r>
              <a:rPr lang="en-GB">
                <a:solidFill>
                  <a:schemeClr val="tx2">
                    <a:lumMod val="75000"/>
                  </a:schemeClr>
                </a:solidFill>
              </a:rPr>
              <a:t>(and issues) </a:t>
            </a:r>
            <a:r>
              <a:rPr lang="en-GB" b="1">
                <a:solidFill>
                  <a:schemeClr val="tx2">
                    <a:lumMod val="75000"/>
                  </a:schemeClr>
                </a:solidFill>
              </a:rPr>
              <a:t>for </a:t>
            </a:r>
            <a:r>
              <a:rPr lang="en-GB" b="1" i="1">
                <a:solidFill>
                  <a:schemeClr val="tx2">
                    <a:lumMod val="75000"/>
                  </a:schemeClr>
                </a:solidFill>
              </a:rPr>
              <a:t>storage in the cloud</a:t>
            </a:r>
            <a:r>
              <a:rPr lang="en-GB" b="1">
                <a:solidFill>
                  <a:schemeClr val="tx2">
                    <a:lumMod val="75000"/>
                  </a:schemeClr>
                </a:solidFill>
              </a:rPr>
              <a:t> ?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46725E1-ACEF-49BA-A9CB-035532D658EA}"/>
              </a:ext>
            </a:extLst>
          </p:cNvPr>
          <p:cNvSpPr/>
          <p:nvPr/>
        </p:nvSpPr>
        <p:spPr>
          <a:xfrm>
            <a:off x="2137877" y="3893216"/>
            <a:ext cx="3023115" cy="10901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C947E4-6D1B-45C6-A9FF-53C51739FA64}"/>
              </a:ext>
            </a:extLst>
          </p:cNvPr>
          <p:cNvSpPr/>
          <p:nvPr/>
        </p:nvSpPr>
        <p:spPr>
          <a:xfrm>
            <a:off x="2142950" y="3906178"/>
            <a:ext cx="3018042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b="1"/>
              <a:t>Cloud concerns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storage alternatives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tier-based migration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automated management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C5FB8A2-82C9-4404-9871-84A73D2ED8A4}"/>
              </a:ext>
            </a:extLst>
          </p:cNvPr>
          <p:cNvGrpSpPr/>
          <p:nvPr/>
        </p:nvGrpSpPr>
        <p:grpSpPr>
          <a:xfrm>
            <a:off x="409576" y="5262017"/>
            <a:ext cx="3755678" cy="1094697"/>
            <a:chOff x="393700" y="3897439"/>
            <a:chExt cx="3755678" cy="1094697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21C9D43-466B-4CE2-8BB5-2D4B845E833D}"/>
                </a:ext>
              </a:extLst>
            </p:cNvPr>
            <p:cNvSpPr/>
            <p:nvPr/>
          </p:nvSpPr>
          <p:spPr>
            <a:xfrm>
              <a:off x="393700" y="3897541"/>
              <a:ext cx="3755678" cy="109459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0835404-E1E7-45DB-8B0C-83495F7E522B}"/>
                </a:ext>
              </a:extLst>
            </p:cNvPr>
            <p:cNvSpPr/>
            <p:nvPr/>
          </p:nvSpPr>
          <p:spPr>
            <a:xfrm>
              <a:off x="469386" y="3897439"/>
              <a:ext cx="3600344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600" b="1"/>
                <a:t>Storage alternatives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/>
                <a:t>Backup or archive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i="1"/>
                <a:t>On-prem </a:t>
              </a:r>
              <a:r>
                <a:rPr lang="en-GB" sz="1600"/>
                <a:t>or in </a:t>
              </a:r>
              <a:r>
                <a:rPr lang="en-GB" sz="1600" i="1"/>
                <a:t>co-lo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/>
                <a:t>Private, hybrid or public cloud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8DAFF1-6F22-4F1A-AD0C-68BBA90912CA}"/>
              </a:ext>
            </a:extLst>
          </p:cNvPr>
          <p:cNvCxnSpPr>
            <a:cxnSpLocks/>
          </p:cNvCxnSpPr>
          <p:nvPr/>
        </p:nvCxnSpPr>
        <p:spPr>
          <a:xfrm>
            <a:off x="4705365" y="4542916"/>
            <a:ext cx="1461168" cy="208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11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3963" y="1520788"/>
            <a:ext cx="6619120" cy="3385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MXF – Material eXchange Format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wrapper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interchange of finished / almost finished audiovisual material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+ metadata</a:t>
            </a:r>
          </a:p>
          <a:p>
            <a:pPr>
              <a:lnSpc>
                <a:spcPct val="150000"/>
              </a:lnSpc>
            </a:pPr>
            <a:endParaRPr lang="en-GB" sz="1600">
              <a:latin typeface="Lucida Sans Unicode" pitchFamily="34" charset="0"/>
              <a:cs typeface="Lucida Sans Unicode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AAF – Advanced Authoring Format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wrapper – essence + metadata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post-production stages</a:t>
            </a:r>
          </a:p>
        </p:txBody>
      </p:sp>
    </p:spTree>
    <p:extLst>
      <p:ext uri="{BB962C8B-B14F-4D97-AF65-F5344CB8AC3E}">
        <p14:creationId xmlns:p14="http://schemas.microsoft.com/office/powerpoint/2010/main" val="63557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E40B55-CD48-46D9-A9B6-9FAF07D62F80}"/>
              </a:ext>
            </a:extLst>
          </p:cNvPr>
          <p:cNvSpPr/>
          <p:nvPr/>
        </p:nvSpPr>
        <p:spPr>
          <a:xfrm>
            <a:off x="393700" y="333375"/>
            <a:ext cx="8064896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GB" sz="2400" b="1" dirty="0"/>
              <a:t>Advanced Authoring Format (AAF) </a:t>
            </a:r>
          </a:p>
          <a:p>
            <a:pPr>
              <a:lnSpc>
                <a:spcPts val="2400"/>
              </a:lnSpc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digital nonlinear post production and authoring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“Super-EDL”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supports essence + associated metadata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provide cross-platform interchange </a:t>
            </a:r>
          </a:p>
          <a:p>
            <a:pPr lvl="2">
              <a:lnSpc>
                <a:spcPct val="150000"/>
              </a:lnSpc>
            </a:pPr>
            <a:r>
              <a:rPr lang="en-GB" sz="1600" dirty="0"/>
              <a:t>	of metadata or program content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track history of program content </a:t>
            </a:r>
          </a:p>
          <a:p>
            <a:pPr lvl="2">
              <a:lnSpc>
                <a:spcPct val="150000"/>
              </a:lnSpc>
            </a:pPr>
            <a:r>
              <a:rPr lang="en-GB" sz="1600" dirty="0"/>
              <a:t>	from source elements through final production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content to be described as a media object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824924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5288" y="331788"/>
            <a:ext cx="71470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3200" b="1"/>
              <a:t>MXF – Material eXchange Format</a:t>
            </a:r>
            <a:endParaRPr lang="en-GB" sz="32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1780" y="1223755"/>
            <a:ext cx="5228791" cy="3420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12620" y="5202197"/>
            <a:ext cx="83187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buFont typeface="Arial" pitchFamily="34" charset="0"/>
              <a:buChar char="•"/>
            </a:pPr>
            <a:r>
              <a:rPr lang="en-GB" sz="1600"/>
              <a:t>e.g. clip composed from a pair of recordings</a:t>
            </a:r>
          </a:p>
          <a:p>
            <a:pPr marL="639763" lvl="1" indent="-182563">
              <a:buFont typeface="Arial" pitchFamily="34" charset="0"/>
              <a:buChar char="•"/>
            </a:pPr>
            <a:r>
              <a:rPr lang="en-GB" sz="1600"/>
              <a:t>MXF file has - </a:t>
            </a:r>
          </a:p>
          <a:p>
            <a:pPr marL="1096963" lvl="2" indent="-182563">
              <a:buFont typeface="Arial" pitchFamily="34" charset="0"/>
              <a:buChar char="•"/>
            </a:pPr>
            <a:r>
              <a:rPr lang="en-GB" sz="1600"/>
              <a:t>2 File Packages and </a:t>
            </a:r>
          </a:p>
          <a:p>
            <a:pPr marL="1096963" lvl="2" indent="-182563">
              <a:buFont typeface="Arial" pitchFamily="34" charset="0"/>
              <a:buChar char="•"/>
            </a:pPr>
            <a:r>
              <a:rPr lang="en-GB" sz="1600"/>
              <a:t>1 Material Package (instructs decoder how to play the packages)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720" y="1612544"/>
            <a:ext cx="2515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3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Material Packages</a:t>
            </a:r>
          </a:p>
          <a:p>
            <a:r>
              <a:rPr lang="en-GB" sz="1600"/>
              <a:t>desired output timeline</a:t>
            </a:r>
            <a:endParaRPr lang="en-GB" sz="1600" b="1">
              <a:solidFill>
                <a:schemeClr val="accent3">
                  <a:lumMod val="75000"/>
                </a:schemeClr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3700" y="3423773"/>
            <a:ext cx="183575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solidFill>
                  <a:schemeClr val="accent2">
                    <a:lumMod val="75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File Packages</a:t>
            </a:r>
          </a:p>
          <a:p>
            <a:r>
              <a:rPr lang="en-GB" sz="1600"/>
              <a:t>represent the </a:t>
            </a:r>
          </a:p>
          <a:p>
            <a:r>
              <a:rPr lang="en-GB" sz="1600"/>
              <a:t>source material</a:t>
            </a:r>
            <a:endParaRPr lang="en-GB" sz="1600" b="1">
              <a:solidFill>
                <a:schemeClr val="accent2">
                  <a:lumMod val="75000"/>
                </a:schemeClr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1439779"/>
            <a:ext cx="7814704" cy="1188132"/>
          </a:xfrm>
          <a:prstGeom prst="rect">
            <a:avLst/>
          </a:prstGeom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1403775"/>
            <a:ext cx="8066732" cy="1080120"/>
          </a:xfrm>
          <a:prstGeom prst="rect">
            <a:avLst/>
          </a:prstGeom>
          <a:ln w="28575">
            <a:solidFill>
              <a:schemeClr val="accent3">
                <a:lumMod val="75000"/>
              </a:schemeClr>
            </a:solidFill>
            <a:prstDash val="lgDash"/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3311987"/>
            <a:ext cx="8066732" cy="1116124"/>
          </a:xfrm>
          <a:prstGeom prst="rect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prstDash val="lgDash"/>
          </a:ln>
        </p:spPr>
        <p:txBody>
          <a:bodyPr wrap="square" rtlCol="0" anchor="ctr">
            <a:no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818710"/>
            <a:ext cx="7020780" cy="5163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37384" y="5897101"/>
            <a:ext cx="1106615" cy="493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5763" y="6129300"/>
            <a:ext cx="3499676" cy="387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AS-02 – typically in TV broadcast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A4E39-DB1C-4F5D-94F6-DA35B4CCB9FC}"/>
              </a:ext>
            </a:extLst>
          </p:cNvPr>
          <p:cNvSpPr txBox="1"/>
          <p:nvPr/>
        </p:nvSpPr>
        <p:spPr>
          <a:xfrm>
            <a:off x="385763" y="514942"/>
            <a:ext cx="3871202" cy="452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3600" b="1">
                <a:latin typeface="Lucida Sans Unicode" pitchFamily="34" charset="0"/>
                <a:cs typeface="Lucida Sans Unicode" pitchFamily="34" charset="0"/>
              </a:rPr>
              <a:t>VERSIONING</a:t>
            </a:r>
            <a:endParaRPr lang="en-GB" sz="3600" b="1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594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6565" y="824203"/>
            <a:ext cx="7786637" cy="5566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37384" y="5897101"/>
            <a:ext cx="1106615" cy="493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385763" y="998730"/>
            <a:ext cx="6076447" cy="124649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Lucida Sans Unicode" pitchFamily="34" charset="0"/>
                <a:cs typeface="Lucida Sans Unicode" pitchFamily="34" charset="0"/>
              </a:rPr>
              <a:t>IMF - </a:t>
            </a:r>
            <a:r>
              <a:rPr lang="en-GB" b="1">
                <a:latin typeface="Lucida Sans Unicode" pitchFamily="34" charset="0"/>
                <a:cs typeface="Lucida Sans Unicode" pitchFamily="34" charset="0"/>
              </a:rPr>
              <a:t>Interoperable Master </a:t>
            </a:r>
            <a:r>
              <a:rPr lang="en-GB" b="1" dirty="0">
                <a:latin typeface="Lucida Sans Unicode" pitchFamily="34" charset="0"/>
                <a:cs typeface="Lucida Sans Unicode" pitchFamily="34" charset="0"/>
              </a:rPr>
              <a:t>Format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High Quality Multi Version Masters for Studio Applications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Typically in the Film Industry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D482-F31F-48B1-9309-DD4CF55F18FD}"/>
              </a:ext>
            </a:extLst>
          </p:cNvPr>
          <p:cNvSpPr txBox="1"/>
          <p:nvPr/>
        </p:nvSpPr>
        <p:spPr>
          <a:xfrm>
            <a:off x="385763" y="323850"/>
            <a:ext cx="2791082" cy="405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Versioning - IMF</a:t>
            </a:r>
            <a:endParaRPr lang="en-GB" sz="2400" b="1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640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65167E-ACB8-4CBA-BCE4-3B6C8D94D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5930" y="1133745"/>
            <a:ext cx="5832140" cy="42179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F2585C-0B32-4C57-A617-60C09B704E8A}"/>
              </a:ext>
            </a:extLst>
          </p:cNvPr>
          <p:cNvSpPr/>
          <p:nvPr/>
        </p:nvSpPr>
        <p:spPr>
          <a:xfrm>
            <a:off x="1106615" y="5769260"/>
            <a:ext cx="648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hlinkClick r:id="rId4"/>
              </a:rPr>
              <a:t>https://www.smpte.org/PDA_On-demand/IMF</a:t>
            </a:r>
            <a:r>
              <a:rPr lang="en-GB"/>
              <a:t> (1h 09m)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48043C-2666-4D8F-B0F4-F39EE82FCD20}"/>
              </a:ext>
            </a:extLst>
          </p:cNvPr>
          <p:cNvSpPr/>
          <p:nvPr/>
        </p:nvSpPr>
        <p:spPr>
          <a:xfrm>
            <a:off x="385763" y="323850"/>
            <a:ext cx="53287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latin typeface="Lucida Sans Unicode" pitchFamily="34" charset="0"/>
                <a:cs typeface="Lucida Sans Unicode" pitchFamily="34" charset="0"/>
              </a:rPr>
              <a:t>IMF - Interoperable Master Format</a:t>
            </a:r>
            <a:endParaRPr lang="en-GB" sz="2400" b="1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158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176" y="2438890"/>
            <a:ext cx="791915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b="1">
                <a:latin typeface="Lucida Sans Unicode" pitchFamily="34" charset="0"/>
                <a:cs typeface="Lucida Sans Unicode" pitchFamily="34" charset="0"/>
              </a:rPr>
              <a:t>IP Workflows</a:t>
            </a:r>
          </a:p>
          <a:p>
            <a:r>
              <a:rPr lang="en-GB" sz="6600" b="1">
                <a:latin typeface="Lucida Sans Unicode" pitchFamily="34" charset="0"/>
                <a:cs typeface="Lucida Sans Unicode" pitchFamily="34" charset="0"/>
              </a:rPr>
              <a:t>SMPTE 2022, 2110</a:t>
            </a:r>
            <a:endParaRPr lang="en-GB" sz="6600" b="1" dirty="0">
              <a:latin typeface="Lucida Sans Unicode" pitchFamily="34" charset="0"/>
              <a:cs typeface="Lucida Sans Unicode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CAD308-0FFB-4132-AE5F-93C25E06B0C5}"/>
              </a:ext>
            </a:extLst>
          </p:cNvPr>
          <p:cNvSpPr/>
          <p:nvPr/>
        </p:nvSpPr>
        <p:spPr>
          <a:xfrm>
            <a:off x="395288" y="1028343"/>
            <a:ext cx="82451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Why IP is </a:t>
            </a:r>
            <a:r>
              <a:rPr lang="en-GB"/>
              <a:t>replacing SDI* </a:t>
            </a: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Universal connectivity (broadcast and other industries)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Lower </a:t>
            </a:r>
            <a:r>
              <a:rPr lang="en-GB" dirty="0"/>
              <a:t>budgets, higher quality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Production companies scaling: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IP </a:t>
            </a:r>
            <a:r>
              <a:rPr lang="en-GB"/>
              <a:t>allows best </a:t>
            </a:r>
            <a:r>
              <a:rPr lang="en-GB" dirty="0"/>
              <a:t>production </a:t>
            </a:r>
            <a:r>
              <a:rPr lang="en-GB"/>
              <a:t>talent remains in </a:t>
            </a:r>
            <a:r>
              <a:rPr lang="en-GB" dirty="0"/>
              <a:t>a central 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Receive camera feeds from remote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Democratise the industry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single producer </a:t>
            </a:r>
            <a:r>
              <a:rPr lang="en-GB" dirty="0"/>
              <a:t>can have many camera inputs from anywhere in </a:t>
            </a:r>
            <a:r>
              <a:rPr lang="en-GB"/>
              <a:t>the world</a:t>
            </a:r>
          </a:p>
          <a:p>
            <a:pPr marL="0" lvl="1"/>
            <a:endParaRPr lang="en-GB"/>
          </a:p>
          <a:p>
            <a:pPr marL="0" lvl="1"/>
            <a:endParaRPr lang="en-GB" dirty="0"/>
          </a:p>
          <a:p>
            <a:pPr marL="0" lvl="1"/>
            <a:r>
              <a:rPr lang="en-GB" i="1"/>
              <a:t>* although SDI is still in developmen</a:t>
            </a:r>
            <a:r>
              <a:rPr lang="en-GB" i="1" dirty="0"/>
              <a:t>t</a:t>
            </a:r>
            <a:endParaRPr lang="en-GB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CBFBB-5BB7-4686-9304-071014EF5EE4}"/>
              </a:ext>
            </a:extLst>
          </p:cNvPr>
          <p:cNvSpPr txBox="1"/>
          <p:nvPr/>
        </p:nvSpPr>
        <p:spPr>
          <a:xfrm>
            <a:off x="376023" y="342930"/>
            <a:ext cx="2430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IP Workflows</a:t>
            </a:r>
          </a:p>
        </p:txBody>
      </p:sp>
    </p:spTree>
    <p:extLst>
      <p:ext uri="{BB962C8B-B14F-4D97-AF65-F5344CB8AC3E}">
        <p14:creationId xmlns:p14="http://schemas.microsoft.com/office/powerpoint/2010/main" val="941856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1F1D62-3112-4B8D-AA6E-6E08B6C8BCBD}"/>
              </a:ext>
            </a:extLst>
          </p:cNvPr>
          <p:cNvSpPr/>
          <p:nvPr/>
        </p:nvSpPr>
        <p:spPr>
          <a:xfrm>
            <a:off x="0" y="5804991"/>
            <a:ext cx="2549769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800" dirty="0">
                <a:hlinkClick r:id="rId2"/>
              </a:rPr>
              <a:t>https://www.smpte.org/sites/default/files/section-files/GVExpo2018%20SMPTE%2004%20-%20Scalable%20Facilities%20with%20ST%202110%20-%20Mailhot.pdf</a:t>
            </a:r>
            <a:r>
              <a:rPr lang="en-GB" sz="8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975502-4DB1-440B-B0CC-4E9067444D10}"/>
              </a:ext>
            </a:extLst>
          </p:cNvPr>
          <p:cNvSpPr txBox="1"/>
          <p:nvPr/>
        </p:nvSpPr>
        <p:spPr>
          <a:xfrm>
            <a:off x="395287" y="1099581"/>
            <a:ext cx="7614139" cy="3619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 b="1" dirty="0"/>
              <a:t>In SDI Routing, </a:t>
            </a:r>
            <a:r>
              <a:rPr lang="en-GB" sz="1600" b="1"/>
              <a:t>all routing in </a:t>
            </a:r>
            <a:r>
              <a:rPr lang="en-GB" sz="1600" b="1" dirty="0"/>
              <a:t>the </a:t>
            </a:r>
            <a:r>
              <a:rPr lang="en-GB" sz="1600" b="1"/>
              <a:t>SDI crosspoint frame</a:t>
            </a:r>
            <a:endParaRPr lang="en-GB" sz="1600" b="1" dirty="0"/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Control System tells the </a:t>
            </a:r>
            <a:r>
              <a:rPr lang="en-GB" sz="1600" dirty="0" err="1"/>
              <a:t>crosspointwhat</a:t>
            </a:r>
            <a:r>
              <a:rPr lang="en-GB" sz="1600" dirty="0"/>
              <a:t> to switch where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Crosspoint Router switches everything internally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Receivers just receive all data sent to them</a:t>
            </a:r>
            <a:endParaRPr lang="en-GB" sz="1600" dirty="0"/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lnSpc>
                <a:spcPts val="2300"/>
              </a:lnSpc>
            </a:pPr>
            <a:r>
              <a:rPr lang="en-GB" sz="1600" b="1"/>
              <a:t>In IP Routing</a:t>
            </a:r>
            <a:r>
              <a:rPr lang="en-GB" sz="1600" b="1" dirty="0"/>
              <a:t>, the Receiver </a:t>
            </a:r>
            <a:r>
              <a:rPr lang="en-GB" sz="1600" b="1"/>
              <a:t>is involved …</a:t>
            </a:r>
            <a:endParaRPr lang="en-GB" sz="1600" b="1" dirty="0"/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Control </a:t>
            </a:r>
            <a:r>
              <a:rPr lang="en-GB" sz="1600" dirty="0"/>
              <a:t>System tells </a:t>
            </a:r>
            <a:r>
              <a:rPr lang="en-GB" sz="1600"/>
              <a:t>the Receiver: </a:t>
            </a:r>
            <a:endParaRPr lang="en-GB" sz="1600" dirty="0"/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What Multicast Group &amp; Port# to switch to (Main and Protect)</a:t>
            </a:r>
          </a:p>
          <a:p>
            <a:pPr marL="7429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Technical </a:t>
            </a:r>
            <a:r>
              <a:rPr lang="en-GB" sz="1600" dirty="0"/>
              <a:t>Metadata of the new stream</a:t>
            </a:r>
          </a:p>
          <a:p>
            <a:pPr marL="2857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Receiver is responsible for how it switches/transitions to it</a:t>
            </a:r>
          </a:p>
          <a:p>
            <a:pPr marL="2857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Receiver asks </a:t>
            </a:r>
            <a:r>
              <a:rPr lang="en-GB" sz="1600"/>
              <a:t>the network for </a:t>
            </a:r>
            <a:r>
              <a:rPr lang="en-GB" sz="1600" dirty="0"/>
              <a:t>the </a:t>
            </a:r>
            <a:r>
              <a:rPr lang="en-GB" sz="1600"/>
              <a:t>new signal</a:t>
            </a:r>
          </a:p>
          <a:p>
            <a:pPr marL="285750" lvl="1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sz="1600"/>
              <a:t>The </a:t>
            </a:r>
            <a:r>
              <a:rPr lang="en-GB" sz="1600" dirty="0"/>
              <a:t>network provides the new signal through packet forwarding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1033F0-8644-472D-BF86-E2D20B668E80}"/>
              </a:ext>
            </a:extLst>
          </p:cNvPr>
          <p:cNvSpPr/>
          <p:nvPr/>
        </p:nvSpPr>
        <p:spPr>
          <a:xfrm>
            <a:off x="395287" y="333375"/>
            <a:ext cx="74034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How is IP Television Routing Different from SDI ?</a:t>
            </a:r>
          </a:p>
        </p:txBody>
      </p:sp>
    </p:spTree>
    <p:extLst>
      <p:ext uri="{BB962C8B-B14F-4D97-AF65-F5344CB8AC3E}">
        <p14:creationId xmlns:p14="http://schemas.microsoft.com/office/powerpoint/2010/main" val="2785368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9FD5DC-B16C-4FD5-916B-F7818B09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122"/>
            <a:ext cx="9144000" cy="5171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F7A65F-354E-42CC-8AD7-CBFA376C31BD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94FAC-94CD-4949-B3FA-69CCFAC32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112884"/>
            <a:ext cx="964322" cy="4204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7A2BC40-E540-4808-94A8-F4275DB5F422}"/>
              </a:ext>
            </a:extLst>
          </p:cNvPr>
          <p:cNvSpPr/>
          <p:nvPr/>
        </p:nvSpPr>
        <p:spPr>
          <a:xfrm>
            <a:off x="385763" y="323850"/>
            <a:ext cx="8228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Traditional Broadcast and Media Routing</a:t>
            </a:r>
          </a:p>
        </p:txBody>
      </p:sp>
    </p:spTree>
    <p:extLst>
      <p:ext uri="{BB962C8B-B14F-4D97-AF65-F5344CB8AC3E}">
        <p14:creationId xmlns:p14="http://schemas.microsoft.com/office/powerpoint/2010/main" val="3474851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8A8279-6FA6-4F5B-994F-411D31A9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7580"/>
            <a:ext cx="9134255" cy="516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E9F84C-B9C7-48AE-9FD7-8FF48B8DA2FF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8B3B0-CAE4-407A-9A5C-66ABFFA10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093570"/>
            <a:ext cx="964322" cy="4204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C133C9-9761-4B69-8A4B-6DACFD87D35D}"/>
              </a:ext>
            </a:extLst>
          </p:cNvPr>
          <p:cNvSpPr/>
          <p:nvPr/>
        </p:nvSpPr>
        <p:spPr>
          <a:xfrm>
            <a:off x="385763" y="323850"/>
            <a:ext cx="82287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IP World of Broadcast and Media Routing </a:t>
            </a:r>
          </a:p>
        </p:txBody>
      </p:sp>
    </p:spTree>
    <p:extLst>
      <p:ext uri="{BB962C8B-B14F-4D97-AF65-F5344CB8AC3E}">
        <p14:creationId xmlns:p14="http://schemas.microsoft.com/office/powerpoint/2010/main" val="36836850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3123E3-532C-47B5-B220-13073103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97" y="1471282"/>
            <a:ext cx="8519803" cy="39154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C36C22-0E7F-4B77-AD43-789E795162B8}"/>
              </a:ext>
            </a:extLst>
          </p:cNvPr>
          <p:cNvSpPr/>
          <p:nvPr/>
        </p:nvSpPr>
        <p:spPr>
          <a:xfrm>
            <a:off x="370296" y="333375"/>
            <a:ext cx="65760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+mj-lt"/>
              </a:rPr>
              <a:t>SMPTE ST 2022-6 (Multiplexed Streams) </a:t>
            </a:r>
            <a:endParaRPr lang="en-GB" sz="2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A07A2-083C-4ACB-86B5-C5AC2700B666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CA755C-349C-4F7E-B696-41B521E71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077447"/>
            <a:ext cx="964322" cy="4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15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AF38FE-9B21-4FAD-82F1-642D9C9B91EB}"/>
              </a:ext>
            </a:extLst>
          </p:cNvPr>
          <p:cNvSpPr txBox="1"/>
          <p:nvPr/>
        </p:nvSpPr>
        <p:spPr>
          <a:xfrm>
            <a:off x="1215779" y="6203521"/>
            <a:ext cx="6091237" cy="359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 i="1" dirty="0">
                <a:latin typeface="Lucida Sans Unicode" pitchFamily="34" charset="0"/>
                <a:cs typeface="Lucida Sans Unicode" pitchFamily="34" charset="0"/>
              </a:rPr>
              <a:t>Slide from Phil Myers, Snell Advanced Media, SMPTE presentation, BCU. 2017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8967B6-37C8-4F56-9C10-6D62D526C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101253"/>
            <a:ext cx="964322" cy="4204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FDEA07-2286-4123-AC0D-F5882BFE596F}"/>
              </a:ext>
            </a:extLst>
          </p:cNvPr>
          <p:cNvSpPr/>
          <p:nvPr/>
        </p:nvSpPr>
        <p:spPr>
          <a:xfrm>
            <a:off x="385763" y="323850"/>
            <a:ext cx="5301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SMPTE </a:t>
            </a:r>
            <a:r>
              <a:rPr lang="en-GB" sz="2400" b="1"/>
              <a:t>ST 2110 – Essence Streams</a:t>
            </a:r>
            <a:endParaRPr lang="en-GB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D7856-3E1A-4257-A7F7-187A04DAE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592796"/>
            <a:ext cx="8477250" cy="392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77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213865"/>
            <a:ext cx="3898824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6000" b="1" dirty="0"/>
              <a:t>Workflow </a:t>
            </a:r>
          </a:p>
          <a:p>
            <a:r>
              <a:rPr lang="en-GB" sz="6000" b="1" dirty="0"/>
              <a:t>.. next …</a:t>
            </a:r>
          </a:p>
        </p:txBody>
      </p:sp>
    </p:spTree>
    <p:extLst>
      <p:ext uri="{BB962C8B-B14F-4D97-AF65-F5344CB8AC3E}">
        <p14:creationId xmlns:p14="http://schemas.microsoft.com/office/powerpoint/2010/main" val="3152053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85763" y="323850"/>
            <a:ext cx="3828292" cy="83099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chemeClr val="bg1">
                    <a:lumMod val="75000"/>
                  </a:schemeClr>
                </a:solidFill>
              </a:rPr>
              <a:t>Metadata … </a:t>
            </a:r>
          </a:p>
          <a:p>
            <a:r>
              <a:rPr lang="en-GB" sz="2400" b="1" dirty="0"/>
              <a:t>Semantics and Workflow</a:t>
            </a:r>
            <a:endParaRPr lang="en-GB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3700" y="329648"/>
            <a:ext cx="80153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Service Based Workflow - SOA / FIMS / Microservices</a:t>
            </a:r>
            <a:endParaRPr lang="en-GB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906161" y="6084295"/>
            <a:ext cx="1237839" cy="359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>
                <a:solidFill>
                  <a:schemeClr val="bg1">
                    <a:lumMod val="50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MJDrouin, VSF</a:t>
            </a:r>
            <a:endParaRPr lang="en-GB" sz="1200" dirty="0">
              <a:solidFill>
                <a:schemeClr val="bg1">
                  <a:lumMod val="50000"/>
                </a:schemeClr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6545" y="1268760"/>
            <a:ext cx="8100900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Lucida Sans Unicode" pitchFamily="34" charset="0"/>
                <a:cs typeface="Lucida Sans Unicode" pitchFamily="34" charset="0"/>
              </a:rPr>
              <a:t>Having split workflow into services …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Lucida Sans Unicode" pitchFamily="34" charset="0"/>
                <a:cs typeface="Lucida Sans Unicode" pitchFamily="34" charset="0"/>
              </a:rPr>
              <a:t>Can outsource it and grow utilisation of third part </a:t>
            </a:r>
            <a:r>
              <a:rPr lang="en-GB" sz="2000" dirty="0" err="1">
                <a:latin typeface="Lucida Sans Unicode" pitchFamily="34" charset="0"/>
                <a:cs typeface="Lucida Sans Unicode" pitchFamily="34" charset="0"/>
              </a:rPr>
              <a:t>sevices</a:t>
            </a:r>
            <a:endParaRPr lang="en-GB" sz="2000" dirty="0">
              <a:latin typeface="Lucida Sans Unicode" pitchFamily="34" charset="0"/>
              <a:cs typeface="Lucida Sans Unicode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Lucida Sans Unicode" pitchFamily="34" charset="0"/>
                <a:cs typeface="Lucida Sans Unicode" pitchFamily="34" charset="0"/>
              </a:rPr>
              <a:t>… into the </a:t>
            </a:r>
            <a:r>
              <a:rPr lang="en-GB" sz="2000">
                <a:latin typeface="Lucida Sans Unicode" pitchFamily="34" charset="0"/>
                <a:cs typeface="Lucida Sans Unicode" pitchFamily="34" charset="0"/>
              </a:rPr>
              <a:t>cloud ..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Lucida Sans Unicode" pitchFamily="34" charset="0"/>
              <a:cs typeface="Lucida Sans Unicode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Lucida Sans Unicode" pitchFamily="34" charset="0"/>
                <a:cs typeface="Lucida Sans Unicode" pitchFamily="34" charset="0"/>
              </a:rPr>
              <a:t>Could be another operational model for MXF?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>
              <a:latin typeface="Lucida Sans Unicode" pitchFamily="34" charset="0"/>
              <a:cs typeface="Lucida Sans Unicode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Lucida Sans Unicode" pitchFamily="34" charset="0"/>
                <a:cs typeface="Lucida Sans Unicode" pitchFamily="34" charset="0"/>
              </a:rPr>
              <a:t>Broadcaster </a:t>
            </a:r>
            <a:r>
              <a:rPr lang="en-GB" sz="2000" dirty="0">
                <a:latin typeface="Lucida Sans Unicode" pitchFamily="34" charset="0"/>
                <a:cs typeface="Lucida Sans Unicode" pitchFamily="34" charset="0"/>
              </a:rPr>
              <a:t>flexibility in whether / or not to invest </a:t>
            </a:r>
            <a:r>
              <a:rPr lang="en-GB" sz="2000">
                <a:latin typeface="Lucida Sans Unicode" pitchFamily="34" charset="0"/>
                <a:cs typeface="Lucida Sans Unicode" pitchFamily="34" charset="0"/>
              </a:rPr>
              <a:t>in infrastructure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>
              <a:latin typeface="Lucida Sans Unicode" pitchFamily="34" charset="0"/>
              <a:cs typeface="Lucida Sans Unicode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Lucida Sans Unicode" pitchFamily="34" charset="0"/>
                <a:cs typeface="Lucida Sans Unicode" pitchFamily="34" charset="0"/>
              </a:rPr>
              <a:t>Microservices</a:t>
            </a:r>
            <a:endParaRPr lang="en-GB" sz="2000" dirty="0">
              <a:latin typeface="Lucida Sans Unicode" pitchFamily="34" charset="0"/>
              <a:cs typeface="Lucida Sans Unicode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19538" y="3281363"/>
            <a:ext cx="13049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19538" y="3281363"/>
            <a:ext cx="13049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3" y="1268760"/>
            <a:ext cx="8383351" cy="4590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93700" y="329648"/>
            <a:ext cx="62327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Service Based Workflow ... cloud based </a:t>
            </a:r>
            <a:endParaRPr lang="en-GB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7906161" y="6084295"/>
            <a:ext cx="1237839" cy="359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200">
                <a:solidFill>
                  <a:schemeClr val="bg1">
                    <a:lumMod val="50000"/>
                  </a:schemeClr>
                </a:solidFill>
                <a:latin typeface="Lucida Sans Unicode" pitchFamily="34" charset="0"/>
                <a:cs typeface="Lucida Sans Unicode" pitchFamily="34" charset="0"/>
              </a:rPr>
              <a:t>MJDrouin, VSF</a:t>
            </a:r>
            <a:endParaRPr lang="en-GB" sz="1200" dirty="0">
              <a:solidFill>
                <a:schemeClr val="bg1">
                  <a:lumMod val="50000"/>
                </a:schemeClr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4380D6-6103-4C5B-86F7-75C67DD7D365}"/>
              </a:ext>
            </a:extLst>
          </p:cNvPr>
          <p:cNvSpPr/>
          <p:nvPr/>
        </p:nvSpPr>
        <p:spPr>
          <a:xfrm>
            <a:off x="395288" y="829867"/>
            <a:ext cx="5974335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u="sng" dirty="0"/>
              <a:t>Bundled (Audio, Video, Metadata together)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Audio/Video/Metadata/Sync travel coherently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Requires extra work to “unpack” separate essences</a:t>
            </a:r>
          </a:p>
          <a:p>
            <a:pPr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743EE9-6699-4DE2-9E24-85B20E130CB7}"/>
              </a:ext>
            </a:extLst>
          </p:cNvPr>
          <p:cNvSpPr/>
          <p:nvPr/>
        </p:nvSpPr>
        <p:spPr>
          <a:xfrm>
            <a:off x="385763" y="323850"/>
            <a:ext cx="8038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/>
              <a:t>SMPTE ST 2022-6 - IP Packetisation of SDI Raster</a:t>
            </a:r>
            <a:endParaRPr lang="en-GB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AC2110-0717-4D1A-8E55-F736FEBA6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6" y="2636912"/>
            <a:ext cx="6364645" cy="37635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CD2D34-C06B-48D8-9DA3-0852B311523A}"/>
              </a:ext>
            </a:extLst>
          </p:cNvPr>
          <p:cNvSpPr txBox="1"/>
          <p:nvPr/>
        </p:nvSpPr>
        <p:spPr>
          <a:xfrm>
            <a:off x="7079031" y="4063567"/>
            <a:ext cx="1694695" cy="1107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u="sng" dirty="0"/>
              <a:t>One IP Address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Video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+ Audio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+ Metadata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1E6F572-AEA2-434C-84CA-465C7731AB48}"/>
              </a:ext>
            </a:extLst>
          </p:cNvPr>
          <p:cNvSpPr/>
          <p:nvPr/>
        </p:nvSpPr>
        <p:spPr>
          <a:xfrm>
            <a:off x="6255016" y="4352466"/>
            <a:ext cx="722299" cy="530198"/>
          </a:xfrm>
          <a:prstGeom prst="rightArrow">
            <a:avLst>
              <a:gd name="adj1" fmla="val 50000"/>
              <a:gd name="adj2" fmla="val 818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621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323715-C254-48DB-B3F4-BB8FB6DD405A}"/>
              </a:ext>
            </a:extLst>
          </p:cNvPr>
          <p:cNvSpPr/>
          <p:nvPr/>
        </p:nvSpPr>
        <p:spPr>
          <a:xfrm>
            <a:off x="395288" y="939453"/>
            <a:ext cx="8226198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GB" sz="2000" b="1" u="sng" dirty="0"/>
              <a:t>Essence Based (Audio, Video, Metadata separate) 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Suited for Studio/Production workflows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Individual essence kept in sync using </a:t>
            </a:r>
            <a:r>
              <a:rPr lang="en-GB" sz="1600"/>
              <a:t>PTP timing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/>
              <a:t>No blanking!</a:t>
            </a:r>
            <a:endParaRPr lang="en-GB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9A56F4-FF71-4DBC-B9EB-9BADC757171E}"/>
              </a:ext>
            </a:extLst>
          </p:cNvPr>
          <p:cNvSpPr/>
          <p:nvPr/>
        </p:nvSpPr>
        <p:spPr>
          <a:xfrm>
            <a:off x="385763" y="323850"/>
            <a:ext cx="55290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ST 2110 – Essence-Based Approach</a:t>
            </a:r>
            <a:endParaRPr lang="en-GB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54EBD-6310-45A2-8F76-C32A3C9D7DFE}"/>
              </a:ext>
            </a:extLst>
          </p:cNvPr>
          <p:cNvSpPr txBox="1"/>
          <p:nvPr/>
        </p:nvSpPr>
        <p:spPr>
          <a:xfrm>
            <a:off x="6592899" y="2897400"/>
            <a:ext cx="169469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u="sng" dirty="0"/>
              <a:t>IP Address #1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Video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972AC-2991-4262-BF16-7C56751C8F6A}"/>
              </a:ext>
            </a:extLst>
          </p:cNvPr>
          <p:cNvSpPr txBox="1"/>
          <p:nvPr/>
        </p:nvSpPr>
        <p:spPr>
          <a:xfrm>
            <a:off x="6592899" y="4291563"/>
            <a:ext cx="169469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u="sng" dirty="0"/>
              <a:t>IP Address #2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Audio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4260D-A2B3-4D39-98B7-24959BB8329D}"/>
              </a:ext>
            </a:extLst>
          </p:cNvPr>
          <p:cNvSpPr txBox="1"/>
          <p:nvPr/>
        </p:nvSpPr>
        <p:spPr>
          <a:xfrm>
            <a:off x="6592899" y="5542998"/>
            <a:ext cx="169469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u="sng" dirty="0"/>
              <a:t>IP Address #3</a:t>
            </a:r>
          </a:p>
          <a:p>
            <a:r>
              <a:rPr lang="en-GB" sz="1600" dirty="0">
                <a:solidFill>
                  <a:schemeClr val="accent2">
                    <a:lumMod val="50000"/>
                  </a:schemeClr>
                </a:solidFill>
              </a:rPr>
              <a:t>Metadata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AD539E-4501-4AC8-ABDB-38F7DC820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38" y="2534944"/>
            <a:ext cx="2112663" cy="1336382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1739D41B-3B38-4148-9C67-6782E522C6BD}"/>
              </a:ext>
            </a:extLst>
          </p:cNvPr>
          <p:cNvSpPr/>
          <p:nvPr/>
        </p:nvSpPr>
        <p:spPr>
          <a:xfrm>
            <a:off x="3237666" y="2938036"/>
            <a:ext cx="2502307" cy="530198"/>
          </a:xfrm>
          <a:prstGeom prst="rightArrow">
            <a:avLst>
              <a:gd name="adj1" fmla="val 50000"/>
              <a:gd name="adj2" fmla="val 818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A picture containing object&#10;&#10;Description automatically generated">
            <a:extLst>
              <a:ext uri="{FF2B5EF4-FFF2-40B4-BE49-F238E27FC236}">
                <a16:creationId xmlns:a16="http://schemas.microsoft.com/office/drawing/2014/main" id="{919DF05D-A81F-4C5C-8C90-ECFB2EB64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43" y="4079277"/>
            <a:ext cx="1889452" cy="100934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5C672156-F085-41F8-A3F8-67E96256E329}"/>
              </a:ext>
            </a:extLst>
          </p:cNvPr>
          <p:cNvSpPr/>
          <p:nvPr/>
        </p:nvSpPr>
        <p:spPr>
          <a:xfrm>
            <a:off x="3237666" y="4240517"/>
            <a:ext cx="2502307" cy="530198"/>
          </a:xfrm>
          <a:prstGeom prst="rightArrow">
            <a:avLst>
              <a:gd name="adj1" fmla="val 50000"/>
              <a:gd name="adj2" fmla="val 818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EE5983-3EE4-4717-9359-AB07F044B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89" y="5165465"/>
            <a:ext cx="1140639" cy="1140639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CF1BB8C6-7029-4261-8BDD-A1C1C302FFAC}"/>
              </a:ext>
            </a:extLst>
          </p:cNvPr>
          <p:cNvSpPr/>
          <p:nvPr/>
        </p:nvSpPr>
        <p:spPr>
          <a:xfrm>
            <a:off x="3237665" y="5542998"/>
            <a:ext cx="2502307" cy="530198"/>
          </a:xfrm>
          <a:prstGeom prst="rightArrow">
            <a:avLst>
              <a:gd name="adj1" fmla="val 50000"/>
              <a:gd name="adj2" fmla="val 8188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4F3CA-6819-4AA6-A509-D6C2F3035650}"/>
              </a:ext>
            </a:extLst>
          </p:cNvPr>
          <p:cNvSpPr txBox="1"/>
          <p:nvPr/>
        </p:nvSpPr>
        <p:spPr>
          <a:xfrm>
            <a:off x="3040344" y="2635171"/>
            <a:ext cx="2896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IP </a:t>
            </a:r>
            <a:r>
              <a:rPr lang="en-GB" sz="1400" dirty="0" err="1"/>
              <a:t>Packetisation</a:t>
            </a:r>
            <a:r>
              <a:rPr lang="en-GB" sz="1400" dirty="0"/>
              <a:t> of Active Video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CF7828-5B00-4727-B14F-28E018029CF2}"/>
              </a:ext>
            </a:extLst>
          </p:cNvPr>
          <p:cNvSpPr txBox="1"/>
          <p:nvPr/>
        </p:nvSpPr>
        <p:spPr>
          <a:xfrm>
            <a:off x="3067723" y="3896912"/>
            <a:ext cx="319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IP </a:t>
            </a:r>
            <a:r>
              <a:rPr lang="en-GB" sz="1400" dirty="0" err="1"/>
              <a:t>Packetisation</a:t>
            </a:r>
            <a:r>
              <a:rPr lang="en-GB" sz="1400" dirty="0"/>
              <a:t> of Audio Channels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71AF13-AA92-4C4E-B2D3-A509480D8197}"/>
              </a:ext>
            </a:extLst>
          </p:cNvPr>
          <p:cNvSpPr txBox="1"/>
          <p:nvPr/>
        </p:nvSpPr>
        <p:spPr>
          <a:xfrm>
            <a:off x="3136879" y="5249520"/>
            <a:ext cx="2661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IP </a:t>
            </a:r>
            <a:r>
              <a:rPr lang="en-GB" sz="1400" dirty="0" err="1"/>
              <a:t>Packetisation</a:t>
            </a:r>
            <a:r>
              <a:rPr lang="en-GB" sz="1400" dirty="0"/>
              <a:t> of ANC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25BB3-9B3F-432F-B418-64B37874D1C3}"/>
              </a:ext>
            </a:extLst>
          </p:cNvPr>
          <p:cNvSpPr txBox="1"/>
          <p:nvPr/>
        </p:nvSpPr>
        <p:spPr>
          <a:xfrm>
            <a:off x="3816287" y="3072948"/>
            <a:ext cx="11785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IETF RFC 4175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AEA3FE-FDCE-4C6C-B1B1-EE75A8F9DF0E}"/>
              </a:ext>
            </a:extLst>
          </p:cNvPr>
          <p:cNvSpPr txBox="1"/>
          <p:nvPr/>
        </p:nvSpPr>
        <p:spPr>
          <a:xfrm>
            <a:off x="3969431" y="4382260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AES-67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9B7768-F916-4776-9DCA-E28E36647D93}"/>
              </a:ext>
            </a:extLst>
          </p:cNvPr>
          <p:cNvSpPr txBox="1"/>
          <p:nvPr/>
        </p:nvSpPr>
        <p:spPr>
          <a:xfrm>
            <a:off x="3896368" y="5677153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IETF ANC291</a:t>
            </a:r>
          </a:p>
        </p:txBody>
      </p:sp>
    </p:spTree>
    <p:extLst>
      <p:ext uri="{BB962C8B-B14F-4D97-AF65-F5344CB8AC3E}">
        <p14:creationId xmlns:p14="http://schemas.microsoft.com/office/powerpoint/2010/main" val="2018986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67255" y="4996359"/>
            <a:ext cx="20516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https://youtu.be/K3dn5gQYyw4</a:t>
            </a:r>
            <a:r>
              <a:rPr lang="en-GB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337" y="321164"/>
            <a:ext cx="832065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GB" sz="2000" dirty="0">
                <a:solidFill>
                  <a:srgbClr val="222222"/>
                </a:solidFill>
              </a:rPr>
              <a:t>The business case for delivery and control standards in program workflows - Bruce Devlin, 2014</a:t>
            </a:r>
          </a:p>
          <a:p>
            <a:pPr fontAlgn="t"/>
            <a:endParaRPr lang="en-GB" sz="1600" i="1" dirty="0">
              <a:solidFill>
                <a:srgbClr val="222222"/>
              </a:solidFill>
            </a:endParaRPr>
          </a:p>
          <a:p>
            <a:pPr fontAlgn="t"/>
            <a:r>
              <a:rPr lang="en-GB" sz="1600" i="1" dirty="0">
                <a:solidFill>
                  <a:srgbClr val="222222"/>
                </a:solidFill>
              </a:rPr>
              <a:t>A historical perspective leading to Digital Delivery, but a highly relevant argument of various interoperable developments across the industry </a:t>
            </a:r>
            <a:endParaRPr lang="en-GB" sz="1600" b="0" i="1" dirty="0">
              <a:solidFill>
                <a:srgbClr val="222222"/>
              </a:solidFill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5763" y="1853825"/>
            <a:ext cx="6345705" cy="37888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F29A1B-3497-483C-83FF-B4EAA39B0423}"/>
              </a:ext>
            </a:extLst>
          </p:cNvPr>
          <p:cNvSpPr/>
          <p:nvPr/>
        </p:nvSpPr>
        <p:spPr>
          <a:xfrm>
            <a:off x="365337" y="5814036"/>
            <a:ext cx="75820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GB" sz="1600" i="1">
                <a:solidFill>
                  <a:srgbClr val="222222"/>
                </a:solidFill>
              </a:rPr>
              <a:t>(at 11m15 there’s a section on FIMS:  FIMS is becoming less relevant, but the underlying issue is still important – note my comments in class) </a:t>
            </a:r>
            <a:endParaRPr lang="en-GB" sz="1600" b="0" i="1" dirty="0">
              <a:solidFill>
                <a:srgbClr val="22222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525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df LSU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>
          <a:defRPr sz="1600" dirty="0" smtClean="0">
            <a:latin typeface="Lucida Sans Unicode" pitchFamily="34" charset="0"/>
            <a:cs typeface="Lucida Sans Unicode" pitchFamily="34" charset="0"/>
          </a:defRPr>
        </a:defPPr>
      </a:lstStyle>
    </a:spDef>
    <a:txDef>
      <a:spPr>
        <a:noFill/>
      </a:spPr>
      <a:bodyPr wrap="none" rtlCol="0">
        <a:spAutoFit/>
      </a:bodyPr>
      <a:lstStyle>
        <a:defPPr>
          <a:lnSpc>
            <a:spcPts val="2300"/>
          </a:lnSpc>
          <a:defRPr sz="1600" dirty="0" smtClean="0">
            <a:latin typeface="Lucida Sans Unicode" pitchFamily="34" charset="0"/>
            <a:cs typeface="Lucida Sans Unicode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</TotalTime>
  <Words>2169</Words>
  <Application>Microsoft Office PowerPoint</Application>
  <PresentationFormat>On-screen Show (4:3)</PresentationFormat>
  <Paragraphs>605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Arial Rounded MT Bold</vt:lpstr>
      <vt:lpstr>Calibri</vt:lpstr>
      <vt:lpstr>Lucida Sans Unicode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Jeremy Foss</dc:creator>
  <cp:lastModifiedBy>Jeremy Foss</cp:lastModifiedBy>
  <cp:revision>624</cp:revision>
  <cp:lastPrinted>2015-01-13T11:13:49Z</cp:lastPrinted>
  <dcterms:created xsi:type="dcterms:W3CDTF">2006-08-16T00:00:00Z</dcterms:created>
  <dcterms:modified xsi:type="dcterms:W3CDTF">2021-06-10T07:20:36Z</dcterms:modified>
</cp:coreProperties>
</file>